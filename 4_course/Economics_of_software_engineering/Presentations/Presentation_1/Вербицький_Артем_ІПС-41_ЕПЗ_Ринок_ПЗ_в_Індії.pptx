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56BD4B-BEF7-49FA-82D5-81DBBD543D95}" type="doc">
      <dgm:prSet loTypeId="urn:microsoft.com/office/officeart/2005/8/layout/chevron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1B2F350-71AC-4FE8-9608-8EF8F73F95DE}">
      <dgm:prSet phldrT="[Text]" phldr="0"/>
      <dgm:spPr/>
      <dgm:t>
        <a:bodyPr/>
        <a:lstStyle/>
        <a:p>
          <a:r>
            <a:rPr lang="uk-UA" dirty="0"/>
            <a:t>1967</a:t>
          </a:r>
          <a:endParaRPr lang="en-US" dirty="0"/>
        </a:p>
      </dgm:t>
    </dgm:pt>
    <dgm:pt modelId="{6C027FA0-9F2B-4CDA-8C4D-D7A346B46103}" type="parTrans" cxnId="{1D8C1B7E-F47A-4644-86B1-057A3C352F1B}">
      <dgm:prSet/>
      <dgm:spPr/>
      <dgm:t>
        <a:bodyPr/>
        <a:lstStyle/>
        <a:p>
          <a:endParaRPr lang="en-US"/>
        </a:p>
      </dgm:t>
    </dgm:pt>
    <dgm:pt modelId="{2D321543-ECDB-4695-852F-FB82E1CA1553}" type="sibTrans" cxnId="{1D8C1B7E-F47A-4644-86B1-057A3C352F1B}">
      <dgm:prSet/>
      <dgm:spPr/>
      <dgm:t>
        <a:bodyPr/>
        <a:lstStyle/>
        <a:p>
          <a:endParaRPr lang="en-US"/>
        </a:p>
      </dgm:t>
    </dgm:pt>
    <dgm:pt modelId="{16E84DC4-1434-4787-85D1-5BA12ED5D868}">
      <dgm:prSet phldrT="[Text]"/>
      <dgm:spPr/>
      <dgm:t>
        <a:bodyPr/>
        <a:lstStyle/>
        <a:p>
          <a:pPr>
            <a:buNone/>
          </a:pPr>
          <a:r>
            <a:rPr lang="uk-UA" dirty="0"/>
            <a:t>Заснована </a:t>
          </a:r>
          <a:r>
            <a:rPr lang="uk-UA" dirty="0" err="1"/>
            <a:t>Tata</a:t>
          </a:r>
          <a:r>
            <a:rPr lang="uk-UA" dirty="0"/>
            <a:t> </a:t>
          </a:r>
          <a:r>
            <a:rPr lang="uk-UA" dirty="0" err="1"/>
            <a:t>Consultancy</a:t>
          </a:r>
          <a:r>
            <a:rPr lang="uk-UA" dirty="0"/>
            <a:t> </a:t>
          </a:r>
          <a:r>
            <a:rPr lang="uk-UA" dirty="0" err="1"/>
            <a:t>Services</a:t>
          </a:r>
          <a:r>
            <a:rPr lang="uk-UA" dirty="0"/>
            <a:t> (TCS) у Мумбаї</a:t>
          </a:r>
          <a:endParaRPr lang="en-US" dirty="0"/>
        </a:p>
      </dgm:t>
    </dgm:pt>
    <dgm:pt modelId="{17302D23-854B-4317-92D6-924B9862D864}" type="parTrans" cxnId="{FF5F6DCD-D5FE-43A8-96C9-0E578F60C767}">
      <dgm:prSet/>
      <dgm:spPr/>
      <dgm:t>
        <a:bodyPr/>
        <a:lstStyle/>
        <a:p>
          <a:endParaRPr lang="en-US"/>
        </a:p>
      </dgm:t>
    </dgm:pt>
    <dgm:pt modelId="{4CB6709C-B170-4213-A8A6-165B1DD27DDC}" type="sibTrans" cxnId="{FF5F6DCD-D5FE-43A8-96C9-0E578F60C767}">
      <dgm:prSet/>
      <dgm:spPr/>
      <dgm:t>
        <a:bodyPr/>
        <a:lstStyle/>
        <a:p>
          <a:endParaRPr lang="en-US"/>
        </a:p>
      </dgm:t>
    </dgm:pt>
    <dgm:pt modelId="{66865A09-8E04-458C-8C87-C0846AD78D24}">
      <dgm:prSet phldrT="[Text]" phldr="0"/>
      <dgm:spPr/>
      <dgm:t>
        <a:bodyPr/>
        <a:lstStyle/>
        <a:p>
          <a:r>
            <a:rPr lang="uk-UA" dirty="0"/>
            <a:t>1973</a:t>
          </a:r>
          <a:endParaRPr lang="en-US" dirty="0"/>
        </a:p>
      </dgm:t>
    </dgm:pt>
    <dgm:pt modelId="{1A6A9D25-31AC-4719-977D-8752D60D5B63}" type="parTrans" cxnId="{013383FA-2E84-402F-A463-16F1D8C0F42A}">
      <dgm:prSet/>
      <dgm:spPr/>
      <dgm:t>
        <a:bodyPr/>
        <a:lstStyle/>
        <a:p>
          <a:endParaRPr lang="en-US"/>
        </a:p>
      </dgm:t>
    </dgm:pt>
    <dgm:pt modelId="{A2E9DED8-87A8-4AAA-BB73-06561FA388A2}" type="sibTrans" cxnId="{013383FA-2E84-402F-A463-16F1D8C0F42A}">
      <dgm:prSet/>
      <dgm:spPr/>
      <dgm:t>
        <a:bodyPr/>
        <a:lstStyle/>
        <a:p>
          <a:endParaRPr lang="en-US"/>
        </a:p>
      </dgm:t>
    </dgm:pt>
    <dgm:pt modelId="{BBDA1011-338B-4987-911C-5479AD350FB3}">
      <dgm:prSet phldrT="[Text]" phldr="0"/>
      <dgm:spPr/>
      <dgm:t>
        <a:bodyPr/>
        <a:lstStyle/>
        <a:p>
          <a:r>
            <a:rPr lang="uk-UA" dirty="0"/>
            <a:t>1991</a:t>
          </a:r>
          <a:endParaRPr lang="en-US" dirty="0"/>
        </a:p>
      </dgm:t>
    </dgm:pt>
    <dgm:pt modelId="{EF913948-FBCD-4E75-A485-F67DABE04AC4}" type="parTrans" cxnId="{75FCB5B4-A730-4BD8-A6D2-AF835E4B63C3}">
      <dgm:prSet/>
      <dgm:spPr/>
      <dgm:t>
        <a:bodyPr/>
        <a:lstStyle/>
        <a:p>
          <a:endParaRPr lang="en-US"/>
        </a:p>
      </dgm:t>
    </dgm:pt>
    <dgm:pt modelId="{B8072352-85EF-44CB-B9B0-8C1AF8723C93}" type="sibTrans" cxnId="{75FCB5B4-A730-4BD8-A6D2-AF835E4B63C3}">
      <dgm:prSet/>
      <dgm:spPr/>
      <dgm:t>
        <a:bodyPr/>
        <a:lstStyle/>
        <a:p>
          <a:endParaRPr lang="en-US"/>
        </a:p>
      </dgm:t>
    </dgm:pt>
    <dgm:pt modelId="{2D8C8D4A-7F07-4CED-9372-E3BE3C9635CD}">
      <dgm:prSet phldrT="[Text]" phldr="0"/>
      <dgm:spPr/>
      <dgm:t>
        <a:bodyPr/>
        <a:lstStyle/>
        <a:p>
          <a:r>
            <a:rPr lang="uk-UA" dirty="0"/>
            <a:t>2001</a:t>
          </a:r>
          <a:endParaRPr lang="en-US" dirty="0"/>
        </a:p>
      </dgm:t>
    </dgm:pt>
    <dgm:pt modelId="{4FF1BDF3-A127-4C2C-9C1C-448A64C20E76}" type="parTrans" cxnId="{9DA4DF38-C9DA-4BAC-B6FB-11F3DB3AA689}">
      <dgm:prSet/>
      <dgm:spPr/>
      <dgm:t>
        <a:bodyPr/>
        <a:lstStyle/>
        <a:p>
          <a:endParaRPr lang="en-US"/>
        </a:p>
      </dgm:t>
    </dgm:pt>
    <dgm:pt modelId="{A30AF364-3C9E-4119-B8FE-020602428179}" type="sibTrans" cxnId="{9DA4DF38-C9DA-4BAC-B6FB-11F3DB3AA689}">
      <dgm:prSet/>
      <dgm:spPr/>
      <dgm:t>
        <a:bodyPr/>
        <a:lstStyle/>
        <a:p>
          <a:endParaRPr lang="en-US"/>
        </a:p>
      </dgm:t>
    </dgm:pt>
    <dgm:pt modelId="{865AEE8A-7471-4128-9573-E8583DF3839F}">
      <dgm:prSet phldrT="[Text]" phldr="0"/>
      <dgm:spPr/>
      <dgm:t>
        <a:bodyPr/>
        <a:lstStyle/>
        <a:p>
          <a:r>
            <a:rPr lang="uk-UA" dirty="0"/>
            <a:t>2017</a:t>
          </a:r>
          <a:endParaRPr lang="en-US" dirty="0"/>
        </a:p>
      </dgm:t>
    </dgm:pt>
    <dgm:pt modelId="{488125D5-518C-4F29-A535-F59427A3D02E}" type="parTrans" cxnId="{AF330DE0-3D89-4796-8DA4-C8CD399A95CA}">
      <dgm:prSet/>
      <dgm:spPr/>
      <dgm:t>
        <a:bodyPr/>
        <a:lstStyle/>
        <a:p>
          <a:endParaRPr lang="en-US"/>
        </a:p>
      </dgm:t>
    </dgm:pt>
    <dgm:pt modelId="{42C0AEDA-E491-4B41-A236-EC16C8BEF89C}" type="sibTrans" cxnId="{AF330DE0-3D89-4796-8DA4-C8CD399A95CA}">
      <dgm:prSet/>
      <dgm:spPr/>
      <dgm:t>
        <a:bodyPr/>
        <a:lstStyle/>
        <a:p>
          <a:endParaRPr lang="en-US"/>
        </a:p>
      </dgm:t>
    </dgm:pt>
    <dgm:pt modelId="{0C8D50F3-5F0B-4B93-A649-0C177947AA12}">
      <dgm:prSet/>
      <dgm:spPr/>
      <dgm:t>
        <a:bodyPr/>
        <a:lstStyle/>
        <a:p>
          <a:pPr>
            <a:buNone/>
          </a:pPr>
          <a:r>
            <a:rPr lang="uk-UA" dirty="0"/>
            <a:t>Відкрита зона експорту програмного забезпечення – SEEPZ у Мумбаї</a:t>
          </a:r>
          <a:endParaRPr lang="en-US" dirty="0"/>
        </a:p>
      </dgm:t>
    </dgm:pt>
    <dgm:pt modelId="{90357D21-6B37-4FFF-B4B7-3088BE740F23}" type="parTrans" cxnId="{1CD840FA-6E74-40D6-B3B7-98C3381843CF}">
      <dgm:prSet/>
      <dgm:spPr/>
      <dgm:t>
        <a:bodyPr/>
        <a:lstStyle/>
        <a:p>
          <a:endParaRPr lang="en-US"/>
        </a:p>
      </dgm:t>
    </dgm:pt>
    <dgm:pt modelId="{8CA52E92-2ABD-4092-AB30-5AC25ED44380}" type="sibTrans" cxnId="{1CD840FA-6E74-40D6-B3B7-98C3381843CF}">
      <dgm:prSet/>
      <dgm:spPr/>
      <dgm:t>
        <a:bodyPr/>
        <a:lstStyle/>
        <a:p>
          <a:endParaRPr lang="en-US"/>
        </a:p>
      </dgm:t>
    </dgm:pt>
    <dgm:pt modelId="{B6A5BCA2-6506-49AE-B892-1DD51547CBDA}">
      <dgm:prSet/>
      <dgm:spPr/>
      <dgm:t>
        <a:bodyPr/>
        <a:lstStyle/>
        <a:p>
          <a:pPr>
            <a:buNone/>
          </a:pPr>
          <a:r>
            <a:rPr lang="uk-UA"/>
            <a:t>Департамент електроніки заснував Software Technology Parks of India (STPI)</a:t>
          </a:r>
          <a:endParaRPr lang="en-US"/>
        </a:p>
      </dgm:t>
    </dgm:pt>
    <dgm:pt modelId="{8422C6A6-5E6C-4F2E-992A-BF0DA0D7633F}" type="parTrans" cxnId="{BABFDC46-1826-4C8E-82EB-B919C9C226E7}">
      <dgm:prSet/>
      <dgm:spPr/>
      <dgm:t>
        <a:bodyPr/>
        <a:lstStyle/>
        <a:p>
          <a:endParaRPr lang="en-US"/>
        </a:p>
      </dgm:t>
    </dgm:pt>
    <dgm:pt modelId="{58007B38-713A-46C5-837F-48D61DD823A2}" type="sibTrans" cxnId="{BABFDC46-1826-4C8E-82EB-B919C9C226E7}">
      <dgm:prSet/>
      <dgm:spPr/>
      <dgm:t>
        <a:bodyPr/>
        <a:lstStyle/>
        <a:p>
          <a:endParaRPr lang="en-US"/>
        </a:p>
      </dgm:t>
    </dgm:pt>
    <dgm:pt modelId="{25C1506F-6B81-4A58-B5AA-9D36BEA922D1}">
      <dgm:prSet/>
      <dgm:spPr/>
      <dgm:t>
        <a:bodyPr/>
        <a:lstStyle/>
        <a:p>
          <a:pPr>
            <a:buNone/>
          </a:pPr>
          <a:r>
            <a:rPr lang="uk-UA"/>
            <a:t>Індія та ЄС уклали угоду про двосторонню співпрацю у сфері науки і технологій</a:t>
          </a:r>
          <a:endParaRPr lang="en-US"/>
        </a:p>
      </dgm:t>
    </dgm:pt>
    <dgm:pt modelId="{A1E42E4B-688F-4E5F-8361-0E9025F903E2}" type="parTrans" cxnId="{EF9F8BD9-FA0A-406B-8113-8C24F9C08E1A}">
      <dgm:prSet/>
      <dgm:spPr/>
      <dgm:t>
        <a:bodyPr/>
        <a:lstStyle/>
        <a:p>
          <a:endParaRPr lang="en-US"/>
        </a:p>
      </dgm:t>
    </dgm:pt>
    <dgm:pt modelId="{71F648D3-5C00-4310-B9D1-A2CE60FEDB63}" type="sibTrans" cxnId="{EF9F8BD9-FA0A-406B-8113-8C24F9C08E1A}">
      <dgm:prSet/>
      <dgm:spPr/>
      <dgm:t>
        <a:bodyPr/>
        <a:lstStyle/>
        <a:p>
          <a:endParaRPr lang="en-US"/>
        </a:p>
      </dgm:t>
    </dgm:pt>
    <dgm:pt modelId="{D38C0BA1-D073-479B-A875-DB121DAC20F2}">
      <dgm:prSet/>
      <dgm:spPr/>
      <dgm:t>
        <a:bodyPr/>
        <a:lstStyle/>
        <a:p>
          <a:pPr>
            <a:buNone/>
          </a:pPr>
          <a:r>
            <a:rPr lang="uk-UA"/>
            <a:t>Індія отримала статус асоційованого члена CERN</a:t>
          </a:r>
          <a:endParaRPr lang="en-US"/>
        </a:p>
      </dgm:t>
    </dgm:pt>
    <dgm:pt modelId="{096B0E3D-6F41-40B6-BD2A-6CB730BA8137}" type="parTrans" cxnId="{17CD34CD-00A3-45A4-9E5F-81BA5E369FD1}">
      <dgm:prSet/>
      <dgm:spPr/>
      <dgm:t>
        <a:bodyPr/>
        <a:lstStyle/>
        <a:p>
          <a:endParaRPr lang="en-US"/>
        </a:p>
      </dgm:t>
    </dgm:pt>
    <dgm:pt modelId="{5D16B392-CD2E-4BB0-9531-2B9A35D5216E}" type="sibTrans" cxnId="{17CD34CD-00A3-45A4-9E5F-81BA5E369FD1}">
      <dgm:prSet/>
      <dgm:spPr/>
      <dgm:t>
        <a:bodyPr/>
        <a:lstStyle/>
        <a:p>
          <a:endParaRPr lang="en-US"/>
        </a:p>
      </dgm:t>
    </dgm:pt>
    <dgm:pt modelId="{6A731A5D-64CE-48B3-9FA5-29EDB81DE219}" type="pres">
      <dgm:prSet presAssocID="{C256BD4B-BEF7-49FA-82D5-81DBBD543D95}" presName="linearFlow" presStyleCnt="0">
        <dgm:presLayoutVars>
          <dgm:dir/>
          <dgm:animLvl val="lvl"/>
          <dgm:resizeHandles val="exact"/>
        </dgm:presLayoutVars>
      </dgm:prSet>
      <dgm:spPr/>
    </dgm:pt>
    <dgm:pt modelId="{76EBA2EF-905A-4B90-A5D8-57808D83B6A4}" type="pres">
      <dgm:prSet presAssocID="{61B2F350-71AC-4FE8-9608-8EF8F73F95DE}" presName="composite" presStyleCnt="0"/>
      <dgm:spPr/>
    </dgm:pt>
    <dgm:pt modelId="{ACE0396F-B93C-4EE2-A5D8-C10EFA129F73}" type="pres">
      <dgm:prSet presAssocID="{61B2F350-71AC-4FE8-9608-8EF8F73F95DE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0DA65FBF-98DF-46A1-A801-B94A28082852}" type="pres">
      <dgm:prSet presAssocID="{61B2F350-71AC-4FE8-9608-8EF8F73F95DE}" presName="descendantText" presStyleLbl="alignAcc1" presStyleIdx="0" presStyleCnt="5">
        <dgm:presLayoutVars>
          <dgm:bulletEnabled val="1"/>
        </dgm:presLayoutVars>
      </dgm:prSet>
      <dgm:spPr/>
    </dgm:pt>
    <dgm:pt modelId="{2CBD302E-B412-4C7D-B1BA-27A98930CE55}" type="pres">
      <dgm:prSet presAssocID="{2D321543-ECDB-4695-852F-FB82E1CA1553}" presName="sp" presStyleCnt="0"/>
      <dgm:spPr/>
    </dgm:pt>
    <dgm:pt modelId="{A283D010-B693-447B-8886-298004FFC520}" type="pres">
      <dgm:prSet presAssocID="{66865A09-8E04-458C-8C87-C0846AD78D24}" presName="composite" presStyleCnt="0"/>
      <dgm:spPr/>
    </dgm:pt>
    <dgm:pt modelId="{A8ED9A1E-FEF8-43CD-AEA2-1E8F41C1D506}" type="pres">
      <dgm:prSet presAssocID="{66865A09-8E04-458C-8C87-C0846AD78D24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8C159617-5EEE-48A1-928C-B8510D0DD909}" type="pres">
      <dgm:prSet presAssocID="{66865A09-8E04-458C-8C87-C0846AD78D24}" presName="descendantText" presStyleLbl="alignAcc1" presStyleIdx="1" presStyleCnt="5">
        <dgm:presLayoutVars>
          <dgm:bulletEnabled val="1"/>
        </dgm:presLayoutVars>
      </dgm:prSet>
      <dgm:spPr/>
    </dgm:pt>
    <dgm:pt modelId="{FC2DC761-D32A-424D-9231-6D5CEFBB130A}" type="pres">
      <dgm:prSet presAssocID="{A2E9DED8-87A8-4AAA-BB73-06561FA388A2}" presName="sp" presStyleCnt="0"/>
      <dgm:spPr/>
    </dgm:pt>
    <dgm:pt modelId="{9FD1C4FD-0DAC-4C6B-B990-9FA9DBFF0B35}" type="pres">
      <dgm:prSet presAssocID="{BBDA1011-338B-4987-911C-5479AD350FB3}" presName="composite" presStyleCnt="0"/>
      <dgm:spPr/>
    </dgm:pt>
    <dgm:pt modelId="{85EE1F99-F775-4AA2-ABBD-63482999654B}" type="pres">
      <dgm:prSet presAssocID="{BBDA1011-338B-4987-911C-5479AD350FB3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E635E6E3-2452-44F3-8467-86E07432B994}" type="pres">
      <dgm:prSet presAssocID="{BBDA1011-338B-4987-911C-5479AD350FB3}" presName="descendantText" presStyleLbl="alignAcc1" presStyleIdx="2" presStyleCnt="5">
        <dgm:presLayoutVars>
          <dgm:bulletEnabled val="1"/>
        </dgm:presLayoutVars>
      </dgm:prSet>
      <dgm:spPr/>
    </dgm:pt>
    <dgm:pt modelId="{73FAC43A-ED8C-4832-BC93-E9D869D6B3AA}" type="pres">
      <dgm:prSet presAssocID="{B8072352-85EF-44CB-B9B0-8C1AF8723C93}" presName="sp" presStyleCnt="0"/>
      <dgm:spPr/>
    </dgm:pt>
    <dgm:pt modelId="{8EB52B83-2694-4F21-A898-9AA16663F553}" type="pres">
      <dgm:prSet presAssocID="{2D8C8D4A-7F07-4CED-9372-E3BE3C9635CD}" presName="composite" presStyleCnt="0"/>
      <dgm:spPr/>
    </dgm:pt>
    <dgm:pt modelId="{E183B5BD-A9D4-452E-9A19-96EA77685829}" type="pres">
      <dgm:prSet presAssocID="{2D8C8D4A-7F07-4CED-9372-E3BE3C9635CD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02A55E0-1C23-43FD-8347-CD0EF0E2BE57}" type="pres">
      <dgm:prSet presAssocID="{2D8C8D4A-7F07-4CED-9372-E3BE3C9635CD}" presName="descendantText" presStyleLbl="alignAcc1" presStyleIdx="3" presStyleCnt="5">
        <dgm:presLayoutVars>
          <dgm:bulletEnabled val="1"/>
        </dgm:presLayoutVars>
      </dgm:prSet>
      <dgm:spPr/>
    </dgm:pt>
    <dgm:pt modelId="{6EBE8C85-80F1-4B9F-B405-CD178C2CB765}" type="pres">
      <dgm:prSet presAssocID="{A30AF364-3C9E-4119-B8FE-020602428179}" presName="sp" presStyleCnt="0"/>
      <dgm:spPr/>
    </dgm:pt>
    <dgm:pt modelId="{578CEAB3-6B99-4FF3-8452-8C4ABCA9539E}" type="pres">
      <dgm:prSet presAssocID="{865AEE8A-7471-4128-9573-E8583DF3839F}" presName="composite" presStyleCnt="0"/>
      <dgm:spPr/>
    </dgm:pt>
    <dgm:pt modelId="{1A4C745B-55E1-4C7F-93A8-D63C8DAB1B37}" type="pres">
      <dgm:prSet presAssocID="{865AEE8A-7471-4128-9573-E8583DF3839F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9F07029C-3821-429C-AD98-57F87AB81CE4}" type="pres">
      <dgm:prSet presAssocID="{865AEE8A-7471-4128-9573-E8583DF3839F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9DA4DF38-C9DA-4BAC-B6FB-11F3DB3AA689}" srcId="{C256BD4B-BEF7-49FA-82D5-81DBBD543D95}" destId="{2D8C8D4A-7F07-4CED-9372-E3BE3C9635CD}" srcOrd="3" destOrd="0" parTransId="{4FF1BDF3-A127-4C2C-9C1C-448A64C20E76}" sibTransId="{A30AF364-3C9E-4119-B8FE-020602428179}"/>
    <dgm:cxn modelId="{599A7644-FBD6-4927-87C6-EF4500300F4A}" type="presOf" srcId="{865AEE8A-7471-4128-9573-E8583DF3839F}" destId="{1A4C745B-55E1-4C7F-93A8-D63C8DAB1B37}" srcOrd="0" destOrd="0" presId="urn:microsoft.com/office/officeart/2005/8/layout/chevron2"/>
    <dgm:cxn modelId="{BABFDC46-1826-4C8E-82EB-B919C9C226E7}" srcId="{BBDA1011-338B-4987-911C-5479AD350FB3}" destId="{B6A5BCA2-6506-49AE-B892-1DD51547CBDA}" srcOrd="0" destOrd="0" parTransId="{8422C6A6-5E6C-4F2E-992A-BF0DA0D7633F}" sibTransId="{58007B38-713A-46C5-837F-48D61DD823A2}"/>
    <dgm:cxn modelId="{253C5A70-68DC-46D3-AC39-EC803A42FBFB}" type="presOf" srcId="{D38C0BA1-D073-479B-A875-DB121DAC20F2}" destId="{9F07029C-3821-429C-AD98-57F87AB81CE4}" srcOrd="0" destOrd="0" presId="urn:microsoft.com/office/officeart/2005/8/layout/chevron2"/>
    <dgm:cxn modelId="{D1BCF357-D6A2-4BB5-94CD-58ABD0F347F4}" type="presOf" srcId="{66865A09-8E04-458C-8C87-C0846AD78D24}" destId="{A8ED9A1E-FEF8-43CD-AEA2-1E8F41C1D506}" srcOrd="0" destOrd="0" presId="urn:microsoft.com/office/officeart/2005/8/layout/chevron2"/>
    <dgm:cxn modelId="{FD14305A-9EF8-4614-959B-0C47CA72E05A}" type="presOf" srcId="{BBDA1011-338B-4987-911C-5479AD350FB3}" destId="{85EE1F99-F775-4AA2-ABBD-63482999654B}" srcOrd="0" destOrd="0" presId="urn:microsoft.com/office/officeart/2005/8/layout/chevron2"/>
    <dgm:cxn modelId="{1D8C1B7E-F47A-4644-86B1-057A3C352F1B}" srcId="{C256BD4B-BEF7-49FA-82D5-81DBBD543D95}" destId="{61B2F350-71AC-4FE8-9608-8EF8F73F95DE}" srcOrd="0" destOrd="0" parTransId="{6C027FA0-9F2B-4CDA-8C4D-D7A346B46103}" sibTransId="{2D321543-ECDB-4695-852F-FB82E1CA1553}"/>
    <dgm:cxn modelId="{DCEF0881-560C-45ED-BEC7-FC3B9079E6D2}" type="presOf" srcId="{C256BD4B-BEF7-49FA-82D5-81DBBD543D95}" destId="{6A731A5D-64CE-48B3-9FA5-29EDB81DE219}" srcOrd="0" destOrd="0" presId="urn:microsoft.com/office/officeart/2005/8/layout/chevron2"/>
    <dgm:cxn modelId="{15DD9D96-1488-49BE-B0D6-3B366A37A7A7}" type="presOf" srcId="{2D8C8D4A-7F07-4CED-9372-E3BE3C9635CD}" destId="{E183B5BD-A9D4-452E-9A19-96EA77685829}" srcOrd="0" destOrd="0" presId="urn:microsoft.com/office/officeart/2005/8/layout/chevron2"/>
    <dgm:cxn modelId="{519FF79E-B69A-47D5-BB70-75F0EFA6B6F3}" type="presOf" srcId="{61B2F350-71AC-4FE8-9608-8EF8F73F95DE}" destId="{ACE0396F-B93C-4EE2-A5D8-C10EFA129F73}" srcOrd="0" destOrd="0" presId="urn:microsoft.com/office/officeart/2005/8/layout/chevron2"/>
    <dgm:cxn modelId="{38509FA8-55DD-4225-A91D-AF3336B58C39}" type="presOf" srcId="{B6A5BCA2-6506-49AE-B892-1DD51547CBDA}" destId="{E635E6E3-2452-44F3-8467-86E07432B994}" srcOrd="0" destOrd="0" presId="urn:microsoft.com/office/officeart/2005/8/layout/chevron2"/>
    <dgm:cxn modelId="{A3DACEA9-FA03-4BB6-B799-40DE1139DA0F}" type="presOf" srcId="{25C1506F-6B81-4A58-B5AA-9D36BEA922D1}" destId="{E02A55E0-1C23-43FD-8347-CD0EF0E2BE57}" srcOrd="0" destOrd="0" presId="urn:microsoft.com/office/officeart/2005/8/layout/chevron2"/>
    <dgm:cxn modelId="{75FCB5B4-A730-4BD8-A6D2-AF835E4B63C3}" srcId="{C256BD4B-BEF7-49FA-82D5-81DBBD543D95}" destId="{BBDA1011-338B-4987-911C-5479AD350FB3}" srcOrd="2" destOrd="0" parTransId="{EF913948-FBCD-4E75-A485-F67DABE04AC4}" sibTransId="{B8072352-85EF-44CB-B9B0-8C1AF8723C93}"/>
    <dgm:cxn modelId="{C51FBAB8-AB2F-4C7B-970D-E43B1E5DDCB6}" type="presOf" srcId="{16E84DC4-1434-4787-85D1-5BA12ED5D868}" destId="{0DA65FBF-98DF-46A1-A801-B94A28082852}" srcOrd="0" destOrd="0" presId="urn:microsoft.com/office/officeart/2005/8/layout/chevron2"/>
    <dgm:cxn modelId="{8C7394BA-D539-4CF0-9ECF-7DE100DBDF65}" type="presOf" srcId="{0C8D50F3-5F0B-4B93-A649-0C177947AA12}" destId="{8C159617-5EEE-48A1-928C-B8510D0DD909}" srcOrd="0" destOrd="0" presId="urn:microsoft.com/office/officeart/2005/8/layout/chevron2"/>
    <dgm:cxn modelId="{17CD34CD-00A3-45A4-9E5F-81BA5E369FD1}" srcId="{865AEE8A-7471-4128-9573-E8583DF3839F}" destId="{D38C0BA1-D073-479B-A875-DB121DAC20F2}" srcOrd="0" destOrd="0" parTransId="{096B0E3D-6F41-40B6-BD2A-6CB730BA8137}" sibTransId="{5D16B392-CD2E-4BB0-9531-2B9A35D5216E}"/>
    <dgm:cxn modelId="{FF5F6DCD-D5FE-43A8-96C9-0E578F60C767}" srcId="{61B2F350-71AC-4FE8-9608-8EF8F73F95DE}" destId="{16E84DC4-1434-4787-85D1-5BA12ED5D868}" srcOrd="0" destOrd="0" parTransId="{17302D23-854B-4317-92D6-924B9862D864}" sibTransId="{4CB6709C-B170-4213-A8A6-165B1DD27DDC}"/>
    <dgm:cxn modelId="{EF9F8BD9-FA0A-406B-8113-8C24F9C08E1A}" srcId="{2D8C8D4A-7F07-4CED-9372-E3BE3C9635CD}" destId="{25C1506F-6B81-4A58-B5AA-9D36BEA922D1}" srcOrd="0" destOrd="0" parTransId="{A1E42E4B-688F-4E5F-8361-0E9025F903E2}" sibTransId="{71F648D3-5C00-4310-B9D1-A2CE60FEDB63}"/>
    <dgm:cxn modelId="{AF330DE0-3D89-4796-8DA4-C8CD399A95CA}" srcId="{C256BD4B-BEF7-49FA-82D5-81DBBD543D95}" destId="{865AEE8A-7471-4128-9573-E8583DF3839F}" srcOrd="4" destOrd="0" parTransId="{488125D5-518C-4F29-A535-F59427A3D02E}" sibTransId="{42C0AEDA-E491-4B41-A236-EC16C8BEF89C}"/>
    <dgm:cxn modelId="{1CD840FA-6E74-40D6-B3B7-98C3381843CF}" srcId="{66865A09-8E04-458C-8C87-C0846AD78D24}" destId="{0C8D50F3-5F0B-4B93-A649-0C177947AA12}" srcOrd="0" destOrd="0" parTransId="{90357D21-6B37-4FFF-B4B7-3088BE740F23}" sibTransId="{8CA52E92-2ABD-4092-AB30-5AC25ED44380}"/>
    <dgm:cxn modelId="{013383FA-2E84-402F-A463-16F1D8C0F42A}" srcId="{C256BD4B-BEF7-49FA-82D5-81DBBD543D95}" destId="{66865A09-8E04-458C-8C87-C0846AD78D24}" srcOrd="1" destOrd="0" parTransId="{1A6A9D25-31AC-4719-977D-8752D60D5B63}" sibTransId="{A2E9DED8-87A8-4AAA-BB73-06561FA388A2}"/>
    <dgm:cxn modelId="{D1CC55E5-FBD7-40A5-9034-489BE0285F8B}" type="presParOf" srcId="{6A731A5D-64CE-48B3-9FA5-29EDB81DE219}" destId="{76EBA2EF-905A-4B90-A5D8-57808D83B6A4}" srcOrd="0" destOrd="0" presId="urn:microsoft.com/office/officeart/2005/8/layout/chevron2"/>
    <dgm:cxn modelId="{4063F0D3-B1F5-41E4-9795-41076FD597B0}" type="presParOf" srcId="{76EBA2EF-905A-4B90-A5D8-57808D83B6A4}" destId="{ACE0396F-B93C-4EE2-A5D8-C10EFA129F73}" srcOrd="0" destOrd="0" presId="urn:microsoft.com/office/officeart/2005/8/layout/chevron2"/>
    <dgm:cxn modelId="{F8ECB6D6-D8DE-46D1-BC60-4B6424504061}" type="presParOf" srcId="{76EBA2EF-905A-4B90-A5D8-57808D83B6A4}" destId="{0DA65FBF-98DF-46A1-A801-B94A28082852}" srcOrd="1" destOrd="0" presId="urn:microsoft.com/office/officeart/2005/8/layout/chevron2"/>
    <dgm:cxn modelId="{533B2169-54B4-471D-B064-A3CD28DBAD85}" type="presParOf" srcId="{6A731A5D-64CE-48B3-9FA5-29EDB81DE219}" destId="{2CBD302E-B412-4C7D-B1BA-27A98930CE55}" srcOrd="1" destOrd="0" presId="urn:microsoft.com/office/officeart/2005/8/layout/chevron2"/>
    <dgm:cxn modelId="{3BB4B53D-C783-4640-B174-EC6A444A58B4}" type="presParOf" srcId="{6A731A5D-64CE-48B3-9FA5-29EDB81DE219}" destId="{A283D010-B693-447B-8886-298004FFC520}" srcOrd="2" destOrd="0" presId="urn:microsoft.com/office/officeart/2005/8/layout/chevron2"/>
    <dgm:cxn modelId="{ED60E1B4-0A68-48B8-A5C4-F623C80A45FC}" type="presParOf" srcId="{A283D010-B693-447B-8886-298004FFC520}" destId="{A8ED9A1E-FEF8-43CD-AEA2-1E8F41C1D506}" srcOrd="0" destOrd="0" presId="urn:microsoft.com/office/officeart/2005/8/layout/chevron2"/>
    <dgm:cxn modelId="{483F6D2F-6791-44FB-87C7-218F0567DC02}" type="presParOf" srcId="{A283D010-B693-447B-8886-298004FFC520}" destId="{8C159617-5EEE-48A1-928C-B8510D0DD909}" srcOrd="1" destOrd="0" presId="urn:microsoft.com/office/officeart/2005/8/layout/chevron2"/>
    <dgm:cxn modelId="{A0AFD99F-ADB7-415A-8A0A-BA8FF72F583E}" type="presParOf" srcId="{6A731A5D-64CE-48B3-9FA5-29EDB81DE219}" destId="{FC2DC761-D32A-424D-9231-6D5CEFBB130A}" srcOrd="3" destOrd="0" presId="urn:microsoft.com/office/officeart/2005/8/layout/chevron2"/>
    <dgm:cxn modelId="{34DC0BC4-44BB-47B2-968B-040D70E9E85F}" type="presParOf" srcId="{6A731A5D-64CE-48B3-9FA5-29EDB81DE219}" destId="{9FD1C4FD-0DAC-4C6B-B990-9FA9DBFF0B35}" srcOrd="4" destOrd="0" presId="urn:microsoft.com/office/officeart/2005/8/layout/chevron2"/>
    <dgm:cxn modelId="{652747BA-969B-4C5F-A2C7-6F886FF10F37}" type="presParOf" srcId="{9FD1C4FD-0DAC-4C6B-B990-9FA9DBFF0B35}" destId="{85EE1F99-F775-4AA2-ABBD-63482999654B}" srcOrd="0" destOrd="0" presId="urn:microsoft.com/office/officeart/2005/8/layout/chevron2"/>
    <dgm:cxn modelId="{EC0F51F5-8667-4F5A-BED5-3AFA5698A7FC}" type="presParOf" srcId="{9FD1C4FD-0DAC-4C6B-B990-9FA9DBFF0B35}" destId="{E635E6E3-2452-44F3-8467-86E07432B994}" srcOrd="1" destOrd="0" presId="urn:microsoft.com/office/officeart/2005/8/layout/chevron2"/>
    <dgm:cxn modelId="{74418C2A-D642-457F-8F4A-E4195B0AE95C}" type="presParOf" srcId="{6A731A5D-64CE-48B3-9FA5-29EDB81DE219}" destId="{73FAC43A-ED8C-4832-BC93-E9D869D6B3AA}" srcOrd="5" destOrd="0" presId="urn:microsoft.com/office/officeart/2005/8/layout/chevron2"/>
    <dgm:cxn modelId="{B9475465-8C9C-4FB4-8C0C-E648D307EF56}" type="presParOf" srcId="{6A731A5D-64CE-48B3-9FA5-29EDB81DE219}" destId="{8EB52B83-2694-4F21-A898-9AA16663F553}" srcOrd="6" destOrd="0" presId="urn:microsoft.com/office/officeart/2005/8/layout/chevron2"/>
    <dgm:cxn modelId="{DB8092FD-1BC1-41F6-BEBD-8B0861EC3B79}" type="presParOf" srcId="{8EB52B83-2694-4F21-A898-9AA16663F553}" destId="{E183B5BD-A9D4-452E-9A19-96EA77685829}" srcOrd="0" destOrd="0" presId="urn:microsoft.com/office/officeart/2005/8/layout/chevron2"/>
    <dgm:cxn modelId="{3311B8E2-1282-4A5B-BF8B-8451E6AF100B}" type="presParOf" srcId="{8EB52B83-2694-4F21-A898-9AA16663F553}" destId="{E02A55E0-1C23-43FD-8347-CD0EF0E2BE57}" srcOrd="1" destOrd="0" presId="urn:microsoft.com/office/officeart/2005/8/layout/chevron2"/>
    <dgm:cxn modelId="{C587AAFD-E844-4AA9-BF2E-652F1FACE3F0}" type="presParOf" srcId="{6A731A5D-64CE-48B3-9FA5-29EDB81DE219}" destId="{6EBE8C85-80F1-4B9F-B405-CD178C2CB765}" srcOrd="7" destOrd="0" presId="urn:microsoft.com/office/officeart/2005/8/layout/chevron2"/>
    <dgm:cxn modelId="{804EC010-E46A-4001-8445-D6DAF5861410}" type="presParOf" srcId="{6A731A5D-64CE-48B3-9FA5-29EDB81DE219}" destId="{578CEAB3-6B99-4FF3-8452-8C4ABCA9539E}" srcOrd="8" destOrd="0" presId="urn:microsoft.com/office/officeart/2005/8/layout/chevron2"/>
    <dgm:cxn modelId="{D341D2BF-5A12-445B-8E2B-654EF4749738}" type="presParOf" srcId="{578CEAB3-6B99-4FF3-8452-8C4ABCA9539E}" destId="{1A4C745B-55E1-4C7F-93A8-D63C8DAB1B37}" srcOrd="0" destOrd="0" presId="urn:microsoft.com/office/officeart/2005/8/layout/chevron2"/>
    <dgm:cxn modelId="{3ED1522C-C8DB-45B9-8302-766A6BAE7E8D}" type="presParOf" srcId="{578CEAB3-6B99-4FF3-8452-8C4ABCA9539E}" destId="{9F07029C-3821-429C-AD98-57F87AB81CE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A95951-AFDC-413E-BA6B-BE49DF28CA00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A8C3AAE-2AF6-4C68-8054-3DE184A43428}">
      <dgm:prSet phldrT="[Text]" phldr="0"/>
      <dgm:spPr/>
      <dgm:t>
        <a:bodyPr/>
        <a:lstStyle/>
        <a:p>
          <a:r>
            <a:rPr lang="uk-UA" dirty="0"/>
            <a:t>Бангалор</a:t>
          </a:r>
          <a:endParaRPr lang="en-US" dirty="0"/>
        </a:p>
      </dgm:t>
    </dgm:pt>
    <dgm:pt modelId="{FA1C6128-1323-479F-A361-6173EC11B214}" type="parTrans" cxnId="{DFFE248E-EB57-4787-BBDE-86EBE0C58420}">
      <dgm:prSet/>
      <dgm:spPr/>
      <dgm:t>
        <a:bodyPr/>
        <a:lstStyle/>
        <a:p>
          <a:endParaRPr lang="en-US"/>
        </a:p>
      </dgm:t>
    </dgm:pt>
    <dgm:pt modelId="{835BF9A4-C959-411A-8FE8-BF4A20B943D4}" type="sibTrans" cxnId="{DFFE248E-EB57-4787-BBDE-86EBE0C58420}">
      <dgm:prSet/>
      <dgm:spPr/>
      <dgm:t>
        <a:bodyPr/>
        <a:lstStyle/>
        <a:p>
          <a:endParaRPr lang="en-US"/>
        </a:p>
      </dgm:t>
    </dgm:pt>
    <dgm:pt modelId="{E845B06B-3C95-4E81-A5FE-57F71DBE098B}">
      <dgm:prSet phldrT="[Text]"/>
      <dgm:spPr/>
      <dgm:t>
        <a:bodyPr/>
        <a:lstStyle/>
        <a:p>
          <a:pPr>
            <a:buNone/>
          </a:pPr>
          <a:r>
            <a:rPr lang="uk-UA" dirty="0"/>
            <a:t>"Кремнієва долина Індії". Найбільший IT-хаб</a:t>
          </a:r>
          <a:endParaRPr lang="en-US" dirty="0"/>
        </a:p>
      </dgm:t>
    </dgm:pt>
    <dgm:pt modelId="{659EBEED-515B-46F7-BF7D-8DFD9F13C978}" type="parTrans" cxnId="{BB18B49D-9E54-4FFA-B93C-F2CAD6E7FD2C}">
      <dgm:prSet/>
      <dgm:spPr/>
      <dgm:t>
        <a:bodyPr/>
        <a:lstStyle/>
        <a:p>
          <a:endParaRPr lang="en-US"/>
        </a:p>
      </dgm:t>
    </dgm:pt>
    <dgm:pt modelId="{A36E3310-C384-4B81-9C3C-13E109925213}" type="sibTrans" cxnId="{BB18B49D-9E54-4FFA-B93C-F2CAD6E7FD2C}">
      <dgm:prSet/>
      <dgm:spPr/>
      <dgm:t>
        <a:bodyPr/>
        <a:lstStyle/>
        <a:p>
          <a:endParaRPr lang="en-US"/>
        </a:p>
      </dgm:t>
    </dgm:pt>
    <dgm:pt modelId="{9148C31C-7988-46EA-ACA6-A11ACA5E22B4}">
      <dgm:prSet phldrT="[Text]" phldr="0"/>
      <dgm:spPr/>
      <dgm:t>
        <a:bodyPr/>
        <a:lstStyle/>
        <a:p>
          <a:r>
            <a:rPr lang="uk-UA" dirty="0"/>
            <a:t>Хайдерабад</a:t>
          </a:r>
          <a:endParaRPr lang="en-US" dirty="0"/>
        </a:p>
      </dgm:t>
    </dgm:pt>
    <dgm:pt modelId="{55E169DD-6896-43FC-A9BC-4E4DC3E238A1}" type="parTrans" cxnId="{76508EF5-EFFD-4079-BDB4-7315F4345E12}">
      <dgm:prSet/>
      <dgm:spPr/>
      <dgm:t>
        <a:bodyPr/>
        <a:lstStyle/>
        <a:p>
          <a:endParaRPr lang="en-US"/>
        </a:p>
      </dgm:t>
    </dgm:pt>
    <dgm:pt modelId="{DFA233AD-FE3B-4170-BF61-453DA28F02C1}" type="sibTrans" cxnId="{76508EF5-EFFD-4079-BDB4-7315F4345E12}">
      <dgm:prSet/>
      <dgm:spPr/>
      <dgm:t>
        <a:bodyPr/>
        <a:lstStyle/>
        <a:p>
          <a:endParaRPr lang="en-US"/>
        </a:p>
      </dgm:t>
    </dgm:pt>
    <dgm:pt modelId="{8578EA61-3F65-42D9-9FA4-324B325BD2A8}">
      <dgm:prSet phldrT="[Text]"/>
      <dgm:spPr/>
      <dgm:t>
        <a:bodyPr/>
        <a:lstStyle/>
        <a:p>
          <a:pPr>
            <a:buNone/>
          </a:pPr>
          <a:r>
            <a:rPr lang="uk-UA" dirty="0"/>
            <a:t>Найбільший центр </a:t>
          </a:r>
          <a:r>
            <a:rPr lang="uk-UA" dirty="0" err="1"/>
            <a:t>біоінформатики</a:t>
          </a:r>
          <a:r>
            <a:rPr lang="uk-UA" dirty="0"/>
            <a:t> в Індії</a:t>
          </a:r>
          <a:endParaRPr lang="en-US" dirty="0"/>
        </a:p>
      </dgm:t>
    </dgm:pt>
    <dgm:pt modelId="{807498FC-4CE1-4C54-995C-BDEFD1F74A48}" type="parTrans" cxnId="{7E36997C-529C-4745-B6B8-5924C5F3FD0E}">
      <dgm:prSet/>
      <dgm:spPr/>
      <dgm:t>
        <a:bodyPr/>
        <a:lstStyle/>
        <a:p>
          <a:endParaRPr lang="en-US"/>
        </a:p>
      </dgm:t>
    </dgm:pt>
    <dgm:pt modelId="{0AD19C97-7EEB-4F83-B54D-5594377A7DE7}" type="sibTrans" cxnId="{7E36997C-529C-4745-B6B8-5924C5F3FD0E}">
      <dgm:prSet/>
      <dgm:spPr/>
      <dgm:t>
        <a:bodyPr/>
        <a:lstStyle/>
        <a:p>
          <a:endParaRPr lang="en-US"/>
        </a:p>
      </dgm:t>
    </dgm:pt>
    <dgm:pt modelId="{C05766C7-51E9-4DDB-9C58-44326D843CA3}">
      <dgm:prSet phldrT="[Text]" phldr="0"/>
      <dgm:spPr/>
      <dgm:t>
        <a:bodyPr/>
        <a:lstStyle/>
        <a:p>
          <a:r>
            <a:rPr lang="uk-UA" dirty="0"/>
            <a:t>Ченнай</a:t>
          </a:r>
          <a:endParaRPr lang="en-US" dirty="0"/>
        </a:p>
      </dgm:t>
    </dgm:pt>
    <dgm:pt modelId="{F4E2093B-35AE-43B8-B17C-721CBE32F534}" type="parTrans" cxnId="{3906E34C-67AB-45ED-A9C3-0A2DB89DEE76}">
      <dgm:prSet/>
      <dgm:spPr/>
      <dgm:t>
        <a:bodyPr/>
        <a:lstStyle/>
        <a:p>
          <a:endParaRPr lang="en-US"/>
        </a:p>
      </dgm:t>
    </dgm:pt>
    <dgm:pt modelId="{B2FE3171-9944-4CD5-AA84-0EF9440637E1}" type="sibTrans" cxnId="{3906E34C-67AB-45ED-A9C3-0A2DB89DEE76}">
      <dgm:prSet/>
      <dgm:spPr/>
      <dgm:t>
        <a:bodyPr/>
        <a:lstStyle/>
        <a:p>
          <a:endParaRPr lang="en-US"/>
        </a:p>
      </dgm:t>
    </dgm:pt>
    <dgm:pt modelId="{42A506B1-A7B7-4826-950C-9C346DD2C720}">
      <dgm:prSet phldrT="[Text]"/>
      <dgm:spPr/>
      <dgm:t>
        <a:bodyPr/>
        <a:lstStyle/>
        <a:p>
          <a:pPr>
            <a:buNone/>
          </a:pPr>
          <a:r>
            <a:rPr lang="uk-UA" dirty="0"/>
            <a:t>TIDEL </a:t>
          </a:r>
          <a:r>
            <a:rPr lang="uk-UA" dirty="0" err="1"/>
            <a:t>Park</a:t>
          </a:r>
          <a:r>
            <a:rPr lang="uk-UA" dirty="0"/>
            <a:t> був найбільшим IT-парком Азії</a:t>
          </a:r>
          <a:endParaRPr lang="en-US" dirty="0"/>
        </a:p>
      </dgm:t>
    </dgm:pt>
    <dgm:pt modelId="{B5ADE820-48D3-4183-98F2-10E45F825C44}" type="parTrans" cxnId="{9D41DD3E-587B-44BF-B8A1-3AFCA740D81C}">
      <dgm:prSet/>
      <dgm:spPr/>
      <dgm:t>
        <a:bodyPr/>
        <a:lstStyle/>
        <a:p>
          <a:endParaRPr lang="en-US"/>
        </a:p>
      </dgm:t>
    </dgm:pt>
    <dgm:pt modelId="{71F04E0E-60D2-421A-A6F8-F262A9A5CDA1}" type="sibTrans" cxnId="{9D41DD3E-587B-44BF-B8A1-3AFCA740D81C}">
      <dgm:prSet/>
      <dgm:spPr/>
      <dgm:t>
        <a:bodyPr/>
        <a:lstStyle/>
        <a:p>
          <a:endParaRPr lang="en-US"/>
        </a:p>
      </dgm:t>
    </dgm:pt>
    <dgm:pt modelId="{BB66DFF5-8085-4204-A989-F25514EAF586}">
      <dgm:prSet phldrT="[Text]" phldr="0"/>
      <dgm:spPr/>
      <dgm:t>
        <a:bodyPr/>
        <a:lstStyle/>
        <a:p>
          <a:r>
            <a:rPr lang="uk-UA" dirty="0"/>
            <a:t>Пуна</a:t>
          </a:r>
          <a:endParaRPr lang="en-US" dirty="0"/>
        </a:p>
      </dgm:t>
    </dgm:pt>
    <dgm:pt modelId="{681BCD20-089D-4C3A-A170-14AD8C8850FC}" type="parTrans" cxnId="{7F9FC736-8C8D-437D-91C5-E8B00B0E3A50}">
      <dgm:prSet/>
      <dgm:spPr/>
      <dgm:t>
        <a:bodyPr/>
        <a:lstStyle/>
        <a:p>
          <a:endParaRPr lang="en-US"/>
        </a:p>
      </dgm:t>
    </dgm:pt>
    <dgm:pt modelId="{B42CEEC9-2E1A-49FB-9B9E-712730579132}" type="sibTrans" cxnId="{7F9FC736-8C8D-437D-91C5-E8B00B0E3A50}">
      <dgm:prSet/>
      <dgm:spPr/>
      <dgm:t>
        <a:bodyPr/>
        <a:lstStyle/>
        <a:p>
          <a:endParaRPr lang="en-US"/>
        </a:p>
      </dgm:t>
    </dgm:pt>
    <dgm:pt modelId="{139CB6B5-C29F-42C6-9F94-F49B7A45158B}">
      <dgm:prSet phldrT="[Text]"/>
      <dgm:spPr/>
      <dgm:t>
        <a:bodyPr/>
        <a:lstStyle/>
        <a:p>
          <a:pPr>
            <a:buNone/>
          </a:pPr>
          <a:r>
            <a:rPr lang="uk-UA" dirty="0"/>
            <a:t>Великий центр аутсорсингу та консалтингу</a:t>
          </a:r>
          <a:endParaRPr lang="en-US" dirty="0"/>
        </a:p>
      </dgm:t>
    </dgm:pt>
    <dgm:pt modelId="{E3CE0721-60DF-4FD2-861A-C2E5450C7AFE}" type="parTrans" cxnId="{FDC14F50-960F-4243-B347-ACC13666E985}">
      <dgm:prSet/>
      <dgm:spPr/>
      <dgm:t>
        <a:bodyPr/>
        <a:lstStyle/>
        <a:p>
          <a:endParaRPr lang="en-US"/>
        </a:p>
      </dgm:t>
    </dgm:pt>
    <dgm:pt modelId="{126D748B-EDA2-44EA-93B0-C55F8A6E58B5}" type="sibTrans" cxnId="{FDC14F50-960F-4243-B347-ACC13666E985}">
      <dgm:prSet/>
      <dgm:spPr/>
      <dgm:t>
        <a:bodyPr/>
        <a:lstStyle/>
        <a:p>
          <a:endParaRPr lang="en-US"/>
        </a:p>
      </dgm:t>
    </dgm:pt>
    <dgm:pt modelId="{405404FB-BDFD-4BF6-A843-14ED377FD5CA}">
      <dgm:prSet phldrT="[Text]" phldr="0"/>
      <dgm:spPr/>
      <dgm:t>
        <a:bodyPr/>
        <a:lstStyle/>
        <a:p>
          <a:r>
            <a:rPr lang="uk-UA" dirty="0"/>
            <a:t>Колката</a:t>
          </a:r>
          <a:endParaRPr lang="en-US" dirty="0"/>
        </a:p>
      </dgm:t>
    </dgm:pt>
    <dgm:pt modelId="{D74F6778-030E-4A0C-814B-A67449360667}" type="parTrans" cxnId="{C79C7A26-527F-4E32-87CA-8B9478D2E867}">
      <dgm:prSet/>
      <dgm:spPr/>
      <dgm:t>
        <a:bodyPr/>
        <a:lstStyle/>
        <a:p>
          <a:endParaRPr lang="en-US"/>
        </a:p>
      </dgm:t>
    </dgm:pt>
    <dgm:pt modelId="{1D4E7D90-4685-4747-9855-DFE2065ECA06}" type="sibTrans" cxnId="{C79C7A26-527F-4E32-87CA-8B9478D2E867}">
      <dgm:prSet/>
      <dgm:spPr/>
      <dgm:t>
        <a:bodyPr/>
        <a:lstStyle/>
        <a:p>
          <a:endParaRPr lang="en-US"/>
        </a:p>
      </dgm:t>
    </dgm:pt>
    <dgm:pt modelId="{D59ED7AC-EAC9-4D58-B9A9-905921EE78B7}">
      <dgm:prSet phldrT="[Text]" phldr="0"/>
      <dgm:spPr/>
      <dgm:t>
        <a:bodyPr/>
        <a:lstStyle/>
        <a:p>
          <a:pPr>
            <a:buNone/>
          </a:pPr>
          <a:r>
            <a:rPr lang="uk-UA" dirty="0"/>
            <a:t>Найбільший IT-хаб Східної Індії</a:t>
          </a:r>
          <a:endParaRPr lang="en-US" dirty="0"/>
        </a:p>
      </dgm:t>
    </dgm:pt>
    <dgm:pt modelId="{BF9C7C4F-1FF3-435F-8D37-CA4E32C06ACE}" type="parTrans" cxnId="{B4D52B97-9DE9-4871-A62E-ACB60748E79C}">
      <dgm:prSet/>
      <dgm:spPr/>
      <dgm:t>
        <a:bodyPr/>
        <a:lstStyle/>
        <a:p>
          <a:endParaRPr lang="en-US"/>
        </a:p>
      </dgm:t>
    </dgm:pt>
    <dgm:pt modelId="{69025386-8A07-4BEB-BDD5-6BEFBB2DB9B3}" type="sibTrans" cxnId="{B4D52B97-9DE9-4871-A62E-ACB60748E79C}">
      <dgm:prSet/>
      <dgm:spPr/>
      <dgm:t>
        <a:bodyPr/>
        <a:lstStyle/>
        <a:p>
          <a:endParaRPr lang="en-US"/>
        </a:p>
      </dgm:t>
    </dgm:pt>
    <dgm:pt modelId="{3AD5E143-5B56-4E5C-8075-C13EE0F9F312}">
      <dgm:prSet phldrT="[Text]" phldr="0"/>
      <dgm:spPr/>
      <dgm:t>
        <a:bodyPr/>
        <a:lstStyle/>
        <a:p>
          <a:r>
            <a:rPr lang="uk-UA" dirty="0"/>
            <a:t>Делі / </a:t>
          </a:r>
          <a:r>
            <a:rPr lang="uk-UA" dirty="0" err="1"/>
            <a:t>Гургаон</a:t>
          </a:r>
          <a:endParaRPr lang="en-US" dirty="0"/>
        </a:p>
      </dgm:t>
    </dgm:pt>
    <dgm:pt modelId="{D49B023D-6F0F-4794-85FA-DFFC133B297D}" type="parTrans" cxnId="{D7CC3219-E0B4-4842-A5B9-F33E22C17050}">
      <dgm:prSet/>
      <dgm:spPr/>
      <dgm:t>
        <a:bodyPr/>
        <a:lstStyle/>
        <a:p>
          <a:endParaRPr lang="en-US"/>
        </a:p>
      </dgm:t>
    </dgm:pt>
    <dgm:pt modelId="{D147DB0D-B3CF-4F2E-B32C-4EEBC63F9A81}" type="sibTrans" cxnId="{D7CC3219-E0B4-4842-A5B9-F33E22C17050}">
      <dgm:prSet/>
      <dgm:spPr/>
      <dgm:t>
        <a:bodyPr/>
        <a:lstStyle/>
        <a:p>
          <a:endParaRPr lang="en-US"/>
        </a:p>
      </dgm:t>
    </dgm:pt>
    <dgm:pt modelId="{ADA099CF-DC45-401F-8811-3123D8BDF490}">
      <dgm:prSet phldrT="[Text]" phldr="0"/>
      <dgm:spPr/>
      <dgm:t>
        <a:bodyPr/>
        <a:lstStyle/>
        <a:p>
          <a:pPr>
            <a:buNone/>
          </a:pPr>
          <a:r>
            <a:rPr lang="uk-UA" dirty="0"/>
            <a:t>Корпоративний IT та консалтинг</a:t>
          </a:r>
          <a:endParaRPr lang="en-US" dirty="0"/>
        </a:p>
      </dgm:t>
    </dgm:pt>
    <dgm:pt modelId="{7D042882-2ADE-4620-B203-9DB53BF67F5F}" type="parTrans" cxnId="{25DEE0EB-7753-47AF-9139-6D821789F76E}">
      <dgm:prSet/>
      <dgm:spPr/>
      <dgm:t>
        <a:bodyPr/>
        <a:lstStyle/>
        <a:p>
          <a:endParaRPr lang="en-US"/>
        </a:p>
      </dgm:t>
    </dgm:pt>
    <dgm:pt modelId="{52D64EAD-AF35-410A-9464-3F63473DD099}" type="sibTrans" cxnId="{25DEE0EB-7753-47AF-9139-6D821789F76E}">
      <dgm:prSet/>
      <dgm:spPr/>
      <dgm:t>
        <a:bodyPr/>
        <a:lstStyle/>
        <a:p>
          <a:endParaRPr lang="en-US"/>
        </a:p>
      </dgm:t>
    </dgm:pt>
    <dgm:pt modelId="{F45B6104-700B-458D-BBA4-F99B70796CDA}" type="pres">
      <dgm:prSet presAssocID="{6EA95951-AFDC-413E-BA6B-BE49DF28CA00}" presName="Name0" presStyleCnt="0">
        <dgm:presLayoutVars>
          <dgm:dir/>
          <dgm:animLvl val="lvl"/>
          <dgm:resizeHandles val="exact"/>
        </dgm:presLayoutVars>
      </dgm:prSet>
      <dgm:spPr/>
    </dgm:pt>
    <dgm:pt modelId="{0895CD16-F7AC-465A-B76D-E22A4C88B928}" type="pres">
      <dgm:prSet presAssocID="{5A8C3AAE-2AF6-4C68-8054-3DE184A43428}" presName="linNode" presStyleCnt="0"/>
      <dgm:spPr/>
    </dgm:pt>
    <dgm:pt modelId="{89B3342D-5D0D-4ED9-82E4-B04B4EEF9BFF}" type="pres">
      <dgm:prSet presAssocID="{5A8C3AAE-2AF6-4C68-8054-3DE184A43428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E39052EA-A095-4846-BFE0-F7962470E5DD}" type="pres">
      <dgm:prSet presAssocID="{5A8C3AAE-2AF6-4C68-8054-3DE184A43428}" presName="descendantText" presStyleLbl="alignAccFollowNode1" presStyleIdx="0" presStyleCnt="6">
        <dgm:presLayoutVars>
          <dgm:bulletEnabled val="1"/>
        </dgm:presLayoutVars>
      </dgm:prSet>
      <dgm:spPr/>
    </dgm:pt>
    <dgm:pt modelId="{184E00E9-C7BD-412D-B05F-F92E7DD97FC3}" type="pres">
      <dgm:prSet presAssocID="{835BF9A4-C959-411A-8FE8-BF4A20B943D4}" presName="sp" presStyleCnt="0"/>
      <dgm:spPr/>
    </dgm:pt>
    <dgm:pt modelId="{55E647C4-7C28-43E6-978A-DE13BEB73062}" type="pres">
      <dgm:prSet presAssocID="{9148C31C-7988-46EA-ACA6-A11ACA5E22B4}" presName="linNode" presStyleCnt="0"/>
      <dgm:spPr/>
    </dgm:pt>
    <dgm:pt modelId="{C26C33BA-BBDD-40FD-9F7E-A1D583E1218E}" type="pres">
      <dgm:prSet presAssocID="{9148C31C-7988-46EA-ACA6-A11ACA5E22B4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952982F2-0A7C-4974-BD11-628BC33134DC}" type="pres">
      <dgm:prSet presAssocID="{9148C31C-7988-46EA-ACA6-A11ACA5E22B4}" presName="descendantText" presStyleLbl="alignAccFollowNode1" presStyleIdx="1" presStyleCnt="6">
        <dgm:presLayoutVars>
          <dgm:bulletEnabled val="1"/>
        </dgm:presLayoutVars>
      </dgm:prSet>
      <dgm:spPr/>
    </dgm:pt>
    <dgm:pt modelId="{45CE9D0A-A2C5-4395-A57C-EF858176150F}" type="pres">
      <dgm:prSet presAssocID="{DFA233AD-FE3B-4170-BF61-453DA28F02C1}" presName="sp" presStyleCnt="0"/>
      <dgm:spPr/>
    </dgm:pt>
    <dgm:pt modelId="{E819ABA8-0852-4C97-865A-BBCBC4F6FEE0}" type="pres">
      <dgm:prSet presAssocID="{C05766C7-51E9-4DDB-9C58-44326D843CA3}" presName="linNode" presStyleCnt="0"/>
      <dgm:spPr/>
    </dgm:pt>
    <dgm:pt modelId="{5513E6F2-96BD-4257-AC42-B582A5048878}" type="pres">
      <dgm:prSet presAssocID="{C05766C7-51E9-4DDB-9C58-44326D843CA3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653EC883-88FB-47C0-98A8-DFAC8BEC8A79}" type="pres">
      <dgm:prSet presAssocID="{C05766C7-51E9-4DDB-9C58-44326D843CA3}" presName="descendantText" presStyleLbl="alignAccFollowNode1" presStyleIdx="2" presStyleCnt="6">
        <dgm:presLayoutVars>
          <dgm:bulletEnabled val="1"/>
        </dgm:presLayoutVars>
      </dgm:prSet>
      <dgm:spPr/>
    </dgm:pt>
    <dgm:pt modelId="{909F1441-963A-493E-8998-D24B5C2A0444}" type="pres">
      <dgm:prSet presAssocID="{B2FE3171-9944-4CD5-AA84-0EF9440637E1}" presName="sp" presStyleCnt="0"/>
      <dgm:spPr/>
    </dgm:pt>
    <dgm:pt modelId="{2E12A6E3-775B-46A1-92D4-EC263C2E90DD}" type="pres">
      <dgm:prSet presAssocID="{BB66DFF5-8085-4204-A989-F25514EAF586}" presName="linNode" presStyleCnt="0"/>
      <dgm:spPr/>
    </dgm:pt>
    <dgm:pt modelId="{F9FB4171-EDB1-4109-82AE-CB486755D438}" type="pres">
      <dgm:prSet presAssocID="{BB66DFF5-8085-4204-A989-F25514EAF586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50E388F4-6CF9-4B9B-8609-25DC28B8BA00}" type="pres">
      <dgm:prSet presAssocID="{BB66DFF5-8085-4204-A989-F25514EAF586}" presName="descendantText" presStyleLbl="alignAccFollowNode1" presStyleIdx="3" presStyleCnt="6">
        <dgm:presLayoutVars>
          <dgm:bulletEnabled val="1"/>
        </dgm:presLayoutVars>
      </dgm:prSet>
      <dgm:spPr/>
    </dgm:pt>
    <dgm:pt modelId="{625D8BC7-B2DC-457E-B477-009A0F646228}" type="pres">
      <dgm:prSet presAssocID="{B42CEEC9-2E1A-49FB-9B9E-712730579132}" presName="sp" presStyleCnt="0"/>
      <dgm:spPr/>
    </dgm:pt>
    <dgm:pt modelId="{AE25EEAF-16CD-4058-93A4-EB3A68AB3CF5}" type="pres">
      <dgm:prSet presAssocID="{405404FB-BDFD-4BF6-A843-14ED377FD5CA}" presName="linNode" presStyleCnt="0"/>
      <dgm:spPr/>
    </dgm:pt>
    <dgm:pt modelId="{AD59462D-DF56-4172-96A3-84351B35065B}" type="pres">
      <dgm:prSet presAssocID="{405404FB-BDFD-4BF6-A843-14ED377FD5CA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54BFB68D-07CD-4840-BA29-5530074CEC67}" type="pres">
      <dgm:prSet presAssocID="{405404FB-BDFD-4BF6-A843-14ED377FD5CA}" presName="descendantText" presStyleLbl="alignAccFollowNode1" presStyleIdx="4" presStyleCnt="6">
        <dgm:presLayoutVars>
          <dgm:bulletEnabled val="1"/>
        </dgm:presLayoutVars>
      </dgm:prSet>
      <dgm:spPr/>
    </dgm:pt>
    <dgm:pt modelId="{F3FD4B68-EDE5-43FB-B926-8B77E93C5BFF}" type="pres">
      <dgm:prSet presAssocID="{1D4E7D90-4685-4747-9855-DFE2065ECA06}" presName="sp" presStyleCnt="0"/>
      <dgm:spPr/>
    </dgm:pt>
    <dgm:pt modelId="{48CB3050-C342-4A06-88C8-606F6389AC09}" type="pres">
      <dgm:prSet presAssocID="{3AD5E143-5B56-4E5C-8075-C13EE0F9F312}" presName="linNode" presStyleCnt="0"/>
      <dgm:spPr/>
    </dgm:pt>
    <dgm:pt modelId="{DF13115D-7157-4651-BB66-8B9D6112BB0D}" type="pres">
      <dgm:prSet presAssocID="{3AD5E143-5B56-4E5C-8075-C13EE0F9F312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FF350999-98B4-4659-8E6A-135A520419FD}" type="pres">
      <dgm:prSet presAssocID="{3AD5E143-5B56-4E5C-8075-C13EE0F9F312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A0FFF311-9795-4862-91BD-BAF388883605}" type="presOf" srcId="{42A506B1-A7B7-4826-950C-9C346DD2C720}" destId="{653EC883-88FB-47C0-98A8-DFAC8BEC8A79}" srcOrd="0" destOrd="0" presId="urn:microsoft.com/office/officeart/2005/8/layout/vList5"/>
    <dgm:cxn modelId="{4F0BFE12-8A99-4183-9592-09AB41370ACE}" type="presOf" srcId="{8578EA61-3F65-42D9-9FA4-324B325BD2A8}" destId="{952982F2-0A7C-4974-BD11-628BC33134DC}" srcOrd="0" destOrd="0" presId="urn:microsoft.com/office/officeart/2005/8/layout/vList5"/>
    <dgm:cxn modelId="{09998215-100E-438F-B221-360290D0988A}" type="presOf" srcId="{C05766C7-51E9-4DDB-9C58-44326D843CA3}" destId="{5513E6F2-96BD-4257-AC42-B582A5048878}" srcOrd="0" destOrd="0" presId="urn:microsoft.com/office/officeart/2005/8/layout/vList5"/>
    <dgm:cxn modelId="{D7CC3219-E0B4-4842-A5B9-F33E22C17050}" srcId="{6EA95951-AFDC-413E-BA6B-BE49DF28CA00}" destId="{3AD5E143-5B56-4E5C-8075-C13EE0F9F312}" srcOrd="5" destOrd="0" parTransId="{D49B023D-6F0F-4794-85FA-DFFC133B297D}" sibTransId="{D147DB0D-B3CF-4F2E-B32C-4EEBC63F9A81}"/>
    <dgm:cxn modelId="{06AB091C-A2C2-44F8-B890-D12E9F9DD39B}" type="presOf" srcId="{6EA95951-AFDC-413E-BA6B-BE49DF28CA00}" destId="{F45B6104-700B-458D-BBA4-F99B70796CDA}" srcOrd="0" destOrd="0" presId="urn:microsoft.com/office/officeart/2005/8/layout/vList5"/>
    <dgm:cxn modelId="{C79C7A26-527F-4E32-87CA-8B9478D2E867}" srcId="{6EA95951-AFDC-413E-BA6B-BE49DF28CA00}" destId="{405404FB-BDFD-4BF6-A843-14ED377FD5CA}" srcOrd="4" destOrd="0" parTransId="{D74F6778-030E-4A0C-814B-A67449360667}" sibTransId="{1D4E7D90-4685-4747-9855-DFE2065ECA06}"/>
    <dgm:cxn modelId="{1D192E2A-3CFB-44D2-85DC-B8410A67C826}" type="presOf" srcId="{E845B06B-3C95-4E81-A5FE-57F71DBE098B}" destId="{E39052EA-A095-4846-BFE0-F7962470E5DD}" srcOrd="0" destOrd="0" presId="urn:microsoft.com/office/officeart/2005/8/layout/vList5"/>
    <dgm:cxn modelId="{7F9FC736-8C8D-437D-91C5-E8B00B0E3A50}" srcId="{6EA95951-AFDC-413E-BA6B-BE49DF28CA00}" destId="{BB66DFF5-8085-4204-A989-F25514EAF586}" srcOrd="3" destOrd="0" parTransId="{681BCD20-089D-4C3A-A170-14AD8C8850FC}" sibTransId="{B42CEEC9-2E1A-49FB-9B9E-712730579132}"/>
    <dgm:cxn modelId="{9D41DD3E-587B-44BF-B8A1-3AFCA740D81C}" srcId="{C05766C7-51E9-4DDB-9C58-44326D843CA3}" destId="{42A506B1-A7B7-4826-950C-9C346DD2C720}" srcOrd="0" destOrd="0" parTransId="{B5ADE820-48D3-4183-98F2-10E45F825C44}" sibTransId="{71F04E0E-60D2-421A-A6F8-F262A9A5CDA1}"/>
    <dgm:cxn modelId="{9E7BEB3F-1FD4-49C0-991D-B583049AC186}" type="presOf" srcId="{D59ED7AC-EAC9-4D58-B9A9-905921EE78B7}" destId="{54BFB68D-07CD-4840-BA29-5530074CEC67}" srcOrd="0" destOrd="0" presId="urn:microsoft.com/office/officeart/2005/8/layout/vList5"/>
    <dgm:cxn modelId="{14CF5048-EC05-4457-9F17-58EC6D01ECCA}" type="presOf" srcId="{ADA099CF-DC45-401F-8811-3123D8BDF490}" destId="{FF350999-98B4-4659-8E6A-135A520419FD}" srcOrd="0" destOrd="0" presId="urn:microsoft.com/office/officeart/2005/8/layout/vList5"/>
    <dgm:cxn modelId="{3906E34C-67AB-45ED-A9C3-0A2DB89DEE76}" srcId="{6EA95951-AFDC-413E-BA6B-BE49DF28CA00}" destId="{C05766C7-51E9-4DDB-9C58-44326D843CA3}" srcOrd="2" destOrd="0" parTransId="{F4E2093B-35AE-43B8-B17C-721CBE32F534}" sibTransId="{B2FE3171-9944-4CD5-AA84-0EF9440637E1}"/>
    <dgm:cxn modelId="{FDC14F50-960F-4243-B347-ACC13666E985}" srcId="{BB66DFF5-8085-4204-A989-F25514EAF586}" destId="{139CB6B5-C29F-42C6-9F94-F49B7A45158B}" srcOrd="0" destOrd="0" parTransId="{E3CE0721-60DF-4FD2-861A-C2E5450C7AFE}" sibTransId="{126D748B-EDA2-44EA-93B0-C55F8A6E58B5}"/>
    <dgm:cxn modelId="{53B9A052-CEFD-494A-9568-267CD8318481}" type="presOf" srcId="{139CB6B5-C29F-42C6-9F94-F49B7A45158B}" destId="{50E388F4-6CF9-4B9B-8609-25DC28B8BA00}" srcOrd="0" destOrd="0" presId="urn:microsoft.com/office/officeart/2005/8/layout/vList5"/>
    <dgm:cxn modelId="{7E36997C-529C-4745-B6B8-5924C5F3FD0E}" srcId="{9148C31C-7988-46EA-ACA6-A11ACA5E22B4}" destId="{8578EA61-3F65-42D9-9FA4-324B325BD2A8}" srcOrd="0" destOrd="0" parTransId="{807498FC-4CE1-4C54-995C-BDEFD1F74A48}" sibTransId="{0AD19C97-7EEB-4F83-B54D-5594377A7DE7}"/>
    <dgm:cxn modelId="{DFFE248E-EB57-4787-BBDE-86EBE0C58420}" srcId="{6EA95951-AFDC-413E-BA6B-BE49DF28CA00}" destId="{5A8C3AAE-2AF6-4C68-8054-3DE184A43428}" srcOrd="0" destOrd="0" parTransId="{FA1C6128-1323-479F-A361-6173EC11B214}" sibTransId="{835BF9A4-C959-411A-8FE8-BF4A20B943D4}"/>
    <dgm:cxn modelId="{B4D52B97-9DE9-4871-A62E-ACB60748E79C}" srcId="{405404FB-BDFD-4BF6-A843-14ED377FD5CA}" destId="{D59ED7AC-EAC9-4D58-B9A9-905921EE78B7}" srcOrd="0" destOrd="0" parTransId="{BF9C7C4F-1FF3-435F-8D37-CA4E32C06ACE}" sibTransId="{69025386-8A07-4BEB-BDD5-6BEFBB2DB9B3}"/>
    <dgm:cxn modelId="{BB18B49D-9E54-4FFA-B93C-F2CAD6E7FD2C}" srcId="{5A8C3AAE-2AF6-4C68-8054-3DE184A43428}" destId="{E845B06B-3C95-4E81-A5FE-57F71DBE098B}" srcOrd="0" destOrd="0" parTransId="{659EBEED-515B-46F7-BF7D-8DFD9F13C978}" sibTransId="{A36E3310-C384-4B81-9C3C-13E109925213}"/>
    <dgm:cxn modelId="{751B82C3-DDF0-4831-8BC0-9A04FD9D1781}" type="presOf" srcId="{9148C31C-7988-46EA-ACA6-A11ACA5E22B4}" destId="{C26C33BA-BBDD-40FD-9F7E-A1D583E1218E}" srcOrd="0" destOrd="0" presId="urn:microsoft.com/office/officeart/2005/8/layout/vList5"/>
    <dgm:cxn modelId="{684121CF-E0A1-4537-B46D-FEE84C2A1E47}" type="presOf" srcId="{405404FB-BDFD-4BF6-A843-14ED377FD5CA}" destId="{AD59462D-DF56-4172-96A3-84351B35065B}" srcOrd="0" destOrd="0" presId="urn:microsoft.com/office/officeart/2005/8/layout/vList5"/>
    <dgm:cxn modelId="{E9AE63D9-D9BB-45D4-83E6-E0192C861250}" type="presOf" srcId="{BB66DFF5-8085-4204-A989-F25514EAF586}" destId="{F9FB4171-EDB1-4109-82AE-CB486755D438}" srcOrd="0" destOrd="0" presId="urn:microsoft.com/office/officeart/2005/8/layout/vList5"/>
    <dgm:cxn modelId="{2A67D2E5-669D-4A14-A6C4-8A9A6A713ED4}" type="presOf" srcId="{3AD5E143-5B56-4E5C-8075-C13EE0F9F312}" destId="{DF13115D-7157-4651-BB66-8B9D6112BB0D}" srcOrd="0" destOrd="0" presId="urn:microsoft.com/office/officeart/2005/8/layout/vList5"/>
    <dgm:cxn modelId="{25DEE0EB-7753-47AF-9139-6D821789F76E}" srcId="{3AD5E143-5B56-4E5C-8075-C13EE0F9F312}" destId="{ADA099CF-DC45-401F-8811-3123D8BDF490}" srcOrd="0" destOrd="0" parTransId="{7D042882-2ADE-4620-B203-9DB53BF67F5F}" sibTransId="{52D64EAD-AF35-410A-9464-3F63473DD099}"/>
    <dgm:cxn modelId="{7F4064F5-7193-4206-8856-40B469E9B101}" type="presOf" srcId="{5A8C3AAE-2AF6-4C68-8054-3DE184A43428}" destId="{89B3342D-5D0D-4ED9-82E4-B04B4EEF9BFF}" srcOrd="0" destOrd="0" presId="urn:microsoft.com/office/officeart/2005/8/layout/vList5"/>
    <dgm:cxn modelId="{76508EF5-EFFD-4079-BDB4-7315F4345E12}" srcId="{6EA95951-AFDC-413E-BA6B-BE49DF28CA00}" destId="{9148C31C-7988-46EA-ACA6-A11ACA5E22B4}" srcOrd="1" destOrd="0" parTransId="{55E169DD-6896-43FC-A9BC-4E4DC3E238A1}" sibTransId="{DFA233AD-FE3B-4170-BF61-453DA28F02C1}"/>
    <dgm:cxn modelId="{491DECC4-C0E2-447E-8542-7F6469801936}" type="presParOf" srcId="{F45B6104-700B-458D-BBA4-F99B70796CDA}" destId="{0895CD16-F7AC-465A-B76D-E22A4C88B928}" srcOrd="0" destOrd="0" presId="urn:microsoft.com/office/officeart/2005/8/layout/vList5"/>
    <dgm:cxn modelId="{C2DFAE14-9C8A-403B-893B-7E67BAB8FB81}" type="presParOf" srcId="{0895CD16-F7AC-465A-B76D-E22A4C88B928}" destId="{89B3342D-5D0D-4ED9-82E4-B04B4EEF9BFF}" srcOrd="0" destOrd="0" presId="urn:microsoft.com/office/officeart/2005/8/layout/vList5"/>
    <dgm:cxn modelId="{F23029BE-CCC6-430B-905B-9D79D201EA50}" type="presParOf" srcId="{0895CD16-F7AC-465A-B76D-E22A4C88B928}" destId="{E39052EA-A095-4846-BFE0-F7962470E5DD}" srcOrd="1" destOrd="0" presId="urn:microsoft.com/office/officeart/2005/8/layout/vList5"/>
    <dgm:cxn modelId="{038CC0EB-273E-49D2-B6F1-40D6486F29A5}" type="presParOf" srcId="{F45B6104-700B-458D-BBA4-F99B70796CDA}" destId="{184E00E9-C7BD-412D-B05F-F92E7DD97FC3}" srcOrd="1" destOrd="0" presId="urn:microsoft.com/office/officeart/2005/8/layout/vList5"/>
    <dgm:cxn modelId="{9B3F111F-E31D-4AEB-88F0-495113A1F3EA}" type="presParOf" srcId="{F45B6104-700B-458D-BBA4-F99B70796CDA}" destId="{55E647C4-7C28-43E6-978A-DE13BEB73062}" srcOrd="2" destOrd="0" presId="urn:microsoft.com/office/officeart/2005/8/layout/vList5"/>
    <dgm:cxn modelId="{9530D91F-AA64-41AE-987E-0AE9DC18F412}" type="presParOf" srcId="{55E647C4-7C28-43E6-978A-DE13BEB73062}" destId="{C26C33BA-BBDD-40FD-9F7E-A1D583E1218E}" srcOrd="0" destOrd="0" presId="urn:microsoft.com/office/officeart/2005/8/layout/vList5"/>
    <dgm:cxn modelId="{DAED7B2E-0173-47B6-B6F8-FC7CE6636C00}" type="presParOf" srcId="{55E647C4-7C28-43E6-978A-DE13BEB73062}" destId="{952982F2-0A7C-4974-BD11-628BC33134DC}" srcOrd="1" destOrd="0" presId="urn:microsoft.com/office/officeart/2005/8/layout/vList5"/>
    <dgm:cxn modelId="{C62CFCA5-ED79-4ECA-8B36-2D7A98D00D30}" type="presParOf" srcId="{F45B6104-700B-458D-BBA4-F99B70796CDA}" destId="{45CE9D0A-A2C5-4395-A57C-EF858176150F}" srcOrd="3" destOrd="0" presId="urn:microsoft.com/office/officeart/2005/8/layout/vList5"/>
    <dgm:cxn modelId="{474DA44D-4270-4063-9E16-DC7D6224CC37}" type="presParOf" srcId="{F45B6104-700B-458D-BBA4-F99B70796CDA}" destId="{E819ABA8-0852-4C97-865A-BBCBC4F6FEE0}" srcOrd="4" destOrd="0" presId="urn:microsoft.com/office/officeart/2005/8/layout/vList5"/>
    <dgm:cxn modelId="{C29E3689-2538-4FB9-AD1B-BCD18EBC097E}" type="presParOf" srcId="{E819ABA8-0852-4C97-865A-BBCBC4F6FEE0}" destId="{5513E6F2-96BD-4257-AC42-B582A5048878}" srcOrd="0" destOrd="0" presId="urn:microsoft.com/office/officeart/2005/8/layout/vList5"/>
    <dgm:cxn modelId="{1DC21088-DB2D-45FC-9AC7-50267EFE2C83}" type="presParOf" srcId="{E819ABA8-0852-4C97-865A-BBCBC4F6FEE0}" destId="{653EC883-88FB-47C0-98A8-DFAC8BEC8A79}" srcOrd="1" destOrd="0" presId="urn:microsoft.com/office/officeart/2005/8/layout/vList5"/>
    <dgm:cxn modelId="{A7D966A8-CBB6-4EC3-819A-4BD8FAD49548}" type="presParOf" srcId="{F45B6104-700B-458D-BBA4-F99B70796CDA}" destId="{909F1441-963A-493E-8998-D24B5C2A0444}" srcOrd="5" destOrd="0" presId="urn:microsoft.com/office/officeart/2005/8/layout/vList5"/>
    <dgm:cxn modelId="{BF2F3491-0AA9-4F58-A1E7-A1C28DF69B82}" type="presParOf" srcId="{F45B6104-700B-458D-BBA4-F99B70796CDA}" destId="{2E12A6E3-775B-46A1-92D4-EC263C2E90DD}" srcOrd="6" destOrd="0" presId="urn:microsoft.com/office/officeart/2005/8/layout/vList5"/>
    <dgm:cxn modelId="{B8D1BBFD-C9F5-4C8C-B93E-641CBF910B82}" type="presParOf" srcId="{2E12A6E3-775B-46A1-92D4-EC263C2E90DD}" destId="{F9FB4171-EDB1-4109-82AE-CB486755D438}" srcOrd="0" destOrd="0" presId="urn:microsoft.com/office/officeart/2005/8/layout/vList5"/>
    <dgm:cxn modelId="{8D0E5432-5ED4-45D1-BD2D-1DAC62092814}" type="presParOf" srcId="{2E12A6E3-775B-46A1-92D4-EC263C2E90DD}" destId="{50E388F4-6CF9-4B9B-8609-25DC28B8BA00}" srcOrd="1" destOrd="0" presId="urn:microsoft.com/office/officeart/2005/8/layout/vList5"/>
    <dgm:cxn modelId="{85190444-06BE-4315-BD86-FD4DB6C3794D}" type="presParOf" srcId="{F45B6104-700B-458D-BBA4-F99B70796CDA}" destId="{625D8BC7-B2DC-457E-B477-009A0F646228}" srcOrd="7" destOrd="0" presId="urn:microsoft.com/office/officeart/2005/8/layout/vList5"/>
    <dgm:cxn modelId="{FE3D4C8F-8F1D-4FE3-8609-5590184A2B70}" type="presParOf" srcId="{F45B6104-700B-458D-BBA4-F99B70796CDA}" destId="{AE25EEAF-16CD-4058-93A4-EB3A68AB3CF5}" srcOrd="8" destOrd="0" presId="urn:microsoft.com/office/officeart/2005/8/layout/vList5"/>
    <dgm:cxn modelId="{D5589329-1864-4F73-89C5-297C93D8E9C1}" type="presParOf" srcId="{AE25EEAF-16CD-4058-93A4-EB3A68AB3CF5}" destId="{AD59462D-DF56-4172-96A3-84351B35065B}" srcOrd="0" destOrd="0" presId="urn:microsoft.com/office/officeart/2005/8/layout/vList5"/>
    <dgm:cxn modelId="{D3A66EA1-6000-4CBE-8AC1-1C1AF0AF6471}" type="presParOf" srcId="{AE25EEAF-16CD-4058-93A4-EB3A68AB3CF5}" destId="{54BFB68D-07CD-4840-BA29-5530074CEC67}" srcOrd="1" destOrd="0" presId="urn:microsoft.com/office/officeart/2005/8/layout/vList5"/>
    <dgm:cxn modelId="{F225979E-9967-4BFE-8B82-4161239595E5}" type="presParOf" srcId="{F45B6104-700B-458D-BBA4-F99B70796CDA}" destId="{F3FD4B68-EDE5-43FB-B926-8B77E93C5BFF}" srcOrd="9" destOrd="0" presId="urn:microsoft.com/office/officeart/2005/8/layout/vList5"/>
    <dgm:cxn modelId="{F9529EBD-2DE6-47E1-B141-6AF9D8B3A7A3}" type="presParOf" srcId="{F45B6104-700B-458D-BBA4-F99B70796CDA}" destId="{48CB3050-C342-4A06-88C8-606F6389AC09}" srcOrd="10" destOrd="0" presId="urn:microsoft.com/office/officeart/2005/8/layout/vList5"/>
    <dgm:cxn modelId="{9900D997-FD71-4FB2-9E2C-326C02EC8DCF}" type="presParOf" srcId="{48CB3050-C342-4A06-88C8-606F6389AC09}" destId="{DF13115D-7157-4651-BB66-8B9D6112BB0D}" srcOrd="0" destOrd="0" presId="urn:microsoft.com/office/officeart/2005/8/layout/vList5"/>
    <dgm:cxn modelId="{DBDA76C3-9F93-49B2-BBCD-C330759ED7AB}" type="presParOf" srcId="{48CB3050-C342-4A06-88C8-606F6389AC09}" destId="{FF350999-98B4-4659-8E6A-135A520419F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E0396F-B93C-4EE2-A5D8-C10EFA129F73}">
      <dsp:nvSpPr>
        <dsp:cNvPr id="0" name=""/>
        <dsp:cNvSpPr/>
      </dsp:nvSpPr>
      <dsp:spPr>
        <a:xfrm rot="5400000">
          <a:off x="-107917" y="108759"/>
          <a:ext cx="719452" cy="50361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kern="1200" dirty="0"/>
            <a:t>1967</a:t>
          </a:r>
          <a:endParaRPr lang="en-US" sz="1400" kern="1200" dirty="0"/>
        </a:p>
      </dsp:txBody>
      <dsp:txXfrm rot="-5400000">
        <a:off x="1" y="252649"/>
        <a:ext cx="503616" cy="215836"/>
      </dsp:txXfrm>
    </dsp:sp>
    <dsp:sp modelId="{0DA65FBF-98DF-46A1-A801-B94A28082852}">
      <dsp:nvSpPr>
        <dsp:cNvPr id="0" name=""/>
        <dsp:cNvSpPr/>
      </dsp:nvSpPr>
      <dsp:spPr>
        <a:xfrm rot="5400000">
          <a:off x="3883548" y="-3379090"/>
          <a:ext cx="467643" cy="7227508"/>
        </a:xfrm>
        <a:prstGeom prst="round2Same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uk-UA" sz="1600" kern="1200" dirty="0"/>
            <a:t>Заснована </a:t>
          </a:r>
          <a:r>
            <a:rPr lang="uk-UA" sz="1600" kern="1200" dirty="0" err="1"/>
            <a:t>Tata</a:t>
          </a:r>
          <a:r>
            <a:rPr lang="uk-UA" sz="1600" kern="1200" dirty="0"/>
            <a:t> </a:t>
          </a:r>
          <a:r>
            <a:rPr lang="uk-UA" sz="1600" kern="1200" dirty="0" err="1"/>
            <a:t>Consultancy</a:t>
          </a:r>
          <a:r>
            <a:rPr lang="uk-UA" sz="1600" kern="1200" dirty="0"/>
            <a:t> </a:t>
          </a:r>
          <a:r>
            <a:rPr lang="uk-UA" sz="1600" kern="1200" dirty="0" err="1"/>
            <a:t>Services</a:t>
          </a:r>
          <a:r>
            <a:rPr lang="uk-UA" sz="1600" kern="1200" dirty="0"/>
            <a:t> (TCS) у Мумбаї</a:t>
          </a:r>
          <a:endParaRPr lang="en-US" sz="1600" kern="1200" dirty="0"/>
        </a:p>
      </dsp:txBody>
      <dsp:txXfrm rot="-5400000">
        <a:off x="503616" y="23670"/>
        <a:ext cx="7204680" cy="421987"/>
      </dsp:txXfrm>
    </dsp:sp>
    <dsp:sp modelId="{A8ED9A1E-FEF8-43CD-AEA2-1E8F41C1D506}">
      <dsp:nvSpPr>
        <dsp:cNvPr id="0" name=""/>
        <dsp:cNvSpPr/>
      </dsp:nvSpPr>
      <dsp:spPr>
        <a:xfrm rot="5400000">
          <a:off x="-107917" y="703969"/>
          <a:ext cx="719452" cy="50361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kern="1200" dirty="0"/>
            <a:t>1973</a:t>
          </a:r>
          <a:endParaRPr lang="en-US" sz="1400" kern="1200" dirty="0"/>
        </a:p>
      </dsp:txBody>
      <dsp:txXfrm rot="-5400000">
        <a:off x="1" y="847859"/>
        <a:ext cx="503616" cy="215836"/>
      </dsp:txXfrm>
    </dsp:sp>
    <dsp:sp modelId="{8C159617-5EEE-48A1-928C-B8510D0DD909}">
      <dsp:nvSpPr>
        <dsp:cNvPr id="0" name=""/>
        <dsp:cNvSpPr/>
      </dsp:nvSpPr>
      <dsp:spPr>
        <a:xfrm rot="5400000">
          <a:off x="3883548" y="-2783880"/>
          <a:ext cx="467643" cy="7227508"/>
        </a:xfrm>
        <a:prstGeom prst="round2Same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uk-UA" sz="1600" kern="1200" dirty="0"/>
            <a:t>Відкрита зона експорту програмного забезпечення – SEEPZ у Мумбаї</a:t>
          </a:r>
          <a:endParaRPr lang="en-US" sz="1600" kern="1200" dirty="0"/>
        </a:p>
      </dsp:txBody>
      <dsp:txXfrm rot="-5400000">
        <a:off x="503616" y="618880"/>
        <a:ext cx="7204680" cy="421987"/>
      </dsp:txXfrm>
    </dsp:sp>
    <dsp:sp modelId="{85EE1F99-F775-4AA2-ABBD-63482999654B}">
      <dsp:nvSpPr>
        <dsp:cNvPr id="0" name=""/>
        <dsp:cNvSpPr/>
      </dsp:nvSpPr>
      <dsp:spPr>
        <a:xfrm rot="5400000">
          <a:off x="-107917" y="1299179"/>
          <a:ext cx="719452" cy="50361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kern="1200" dirty="0"/>
            <a:t>1991</a:t>
          </a:r>
          <a:endParaRPr lang="en-US" sz="1400" kern="1200" dirty="0"/>
        </a:p>
      </dsp:txBody>
      <dsp:txXfrm rot="-5400000">
        <a:off x="1" y="1443069"/>
        <a:ext cx="503616" cy="215836"/>
      </dsp:txXfrm>
    </dsp:sp>
    <dsp:sp modelId="{E635E6E3-2452-44F3-8467-86E07432B994}">
      <dsp:nvSpPr>
        <dsp:cNvPr id="0" name=""/>
        <dsp:cNvSpPr/>
      </dsp:nvSpPr>
      <dsp:spPr>
        <a:xfrm rot="5400000">
          <a:off x="3883548" y="-2188670"/>
          <a:ext cx="467643" cy="7227508"/>
        </a:xfrm>
        <a:prstGeom prst="round2Same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uk-UA" sz="1600" kern="1200"/>
            <a:t>Департамент електроніки заснував Software Technology Parks of India (STPI)</a:t>
          </a:r>
          <a:endParaRPr lang="en-US" sz="1600" kern="1200"/>
        </a:p>
      </dsp:txBody>
      <dsp:txXfrm rot="-5400000">
        <a:off x="503616" y="1214090"/>
        <a:ext cx="7204680" cy="421987"/>
      </dsp:txXfrm>
    </dsp:sp>
    <dsp:sp modelId="{E183B5BD-A9D4-452E-9A19-96EA77685829}">
      <dsp:nvSpPr>
        <dsp:cNvPr id="0" name=""/>
        <dsp:cNvSpPr/>
      </dsp:nvSpPr>
      <dsp:spPr>
        <a:xfrm rot="5400000">
          <a:off x="-107917" y="1894389"/>
          <a:ext cx="719452" cy="50361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kern="1200" dirty="0"/>
            <a:t>2001</a:t>
          </a:r>
          <a:endParaRPr lang="en-US" sz="1400" kern="1200" dirty="0"/>
        </a:p>
      </dsp:txBody>
      <dsp:txXfrm rot="-5400000">
        <a:off x="1" y="2038279"/>
        <a:ext cx="503616" cy="215836"/>
      </dsp:txXfrm>
    </dsp:sp>
    <dsp:sp modelId="{E02A55E0-1C23-43FD-8347-CD0EF0E2BE57}">
      <dsp:nvSpPr>
        <dsp:cNvPr id="0" name=""/>
        <dsp:cNvSpPr/>
      </dsp:nvSpPr>
      <dsp:spPr>
        <a:xfrm rot="5400000">
          <a:off x="3883548" y="-1593460"/>
          <a:ext cx="467643" cy="7227508"/>
        </a:xfrm>
        <a:prstGeom prst="round2Same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uk-UA" sz="1600" kern="1200"/>
            <a:t>Індія та ЄС уклали угоду про двосторонню співпрацю у сфері науки і технологій</a:t>
          </a:r>
          <a:endParaRPr lang="en-US" sz="1600" kern="1200"/>
        </a:p>
      </dsp:txBody>
      <dsp:txXfrm rot="-5400000">
        <a:off x="503616" y="1809300"/>
        <a:ext cx="7204680" cy="421987"/>
      </dsp:txXfrm>
    </dsp:sp>
    <dsp:sp modelId="{1A4C745B-55E1-4C7F-93A8-D63C8DAB1B37}">
      <dsp:nvSpPr>
        <dsp:cNvPr id="0" name=""/>
        <dsp:cNvSpPr/>
      </dsp:nvSpPr>
      <dsp:spPr>
        <a:xfrm rot="5400000">
          <a:off x="-107917" y="2489599"/>
          <a:ext cx="719452" cy="50361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kern="1200" dirty="0"/>
            <a:t>2017</a:t>
          </a:r>
          <a:endParaRPr lang="en-US" sz="1400" kern="1200" dirty="0"/>
        </a:p>
      </dsp:txBody>
      <dsp:txXfrm rot="-5400000">
        <a:off x="1" y="2633489"/>
        <a:ext cx="503616" cy="215836"/>
      </dsp:txXfrm>
    </dsp:sp>
    <dsp:sp modelId="{9F07029C-3821-429C-AD98-57F87AB81CE4}">
      <dsp:nvSpPr>
        <dsp:cNvPr id="0" name=""/>
        <dsp:cNvSpPr/>
      </dsp:nvSpPr>
      <dsp:spPr>
        <a:xfrm rot="5400000">
          <a:off x="3883548" y="-998250"/>
          <a:ext cx="467643" cy="7227508"/>
        </a:xfrm>
        <a:prstGeom prst="round2Same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uk-UA" sz="1600" kern="1200"/>
            <a:t>Індія отримала статус асоційованого члена CERN</a:t>
          </a:r>
          <a:endParaRPr lang="en-US" sz="1600" kern="1200"/>
        </a:p>
      </dsp:txBody>
      <dsp:txXfrm rot="-5400000">
        <a:off x="503616" y="2404510"/>
        <a:ext cx="7204680" cy="4219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9052EA-A095-4846-BFE0-F7962470E5DD}">
      <dsp:nvSpPr>
        <dsp:cNvPr id="0" name=""/>
        <dsp:cNvSpPr/>
      </dsp:nvSpPr>
      <dsp:spPr>
        <a:xfrm rot="5400000">
          <a:off x="5058747" y="-2225086"/>
          <a:ext cx="396834" cy="4947920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uk-UA" sz="1900" kern="1200" dirty="0"/>
            <a:t>"Кремнієва долина Індії". Найбільший IT-хаб</a:t>
          </a:r>
          <a:endParaRPr lang="en-US" sz="1900" kern="1200" dirty="0"/>
        </a:p>
      </dsp:txBody>
      <dsp:txXfrm rot="-5400000">
        <a:off x="2783204" y="69829"/>
        <a:ext cx="4928548" cy="358090"/>
      </dsp:txXfrm>
    </dsp:sp>
    <dsp:sp modelId="{89B3342D-5D0D-4ED9-82E4-B04B4EEF9BFF}">
      <dsp:nvSpPr>
        <dsp:cNvPr id="0" name=""/>
        <dsp:cNvSpPr/>
      </dsp:nvSpPr>
      <dsp:spPr>
        <a:xfrm>
          <a:off x="0" y="851"/>
          <a:ext cx="2783205" cy="49604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kern="1200" dirty="0"/>
            <a:t>Бангалор</a:t>
          </a:r>
          <a:endParaRPr lang="en-US" sz="2500" kern="1200" dirty="0"/>
        </a:p>
      </dsp:txBody>
      <dsp:txXfrm>
        <a:off x="24215" y="25066"/>
        <a:ext cx="2734775" cy="447613"/>
      </dsp:txXfrm>
    </dsp:sp>
    <dsp:sp modelId="{952982F2-0A7C-4974-BD11-628BC33134DC}">
      <dsp:nvSpPr>
        <dsp:cNvPr id="0" name=""/>
        <dsp:cNvSpPr/>
      </dsp:nvSpPr>
      <dsp:spPr>
        <a:xfrm rot="5400000">
          <a:off x="5058747" y="-1704240"/>
          <a:ext cx="396834" cy="4947920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uk-UA" sz="1900" kern="1200" dirty="0"/>
            <a:t>Найбільший центр </a:t>
          </a:r>
          <a:r>
            <a:rPr lang="uk-UA" sz="1900" kern="1200" dirty="0" err="1"/>
            <a:t>біоінформатики</a:t>
          </a:r>
          <a:r>
            <a:rPr lang="uk-UA" sz="1900" kern="1200" dirty="0"/>
            <a:t> в Індії</a:t>
          </a:r>
          <a:endParaRPr lang="en-US" sz="1900" kern="1200" dirty="0"/>
        </a:p>
      </dsp:txBody>
      <dsp:txXfrm rot="-5400000">
        <a:off x="2783204" y="590675"/>
        <a:ext cx="4928548" cy="358090"/>
      </dsp:txXfrm>
    </dsp:sp>
    <dsp:sp modelId="{C26C33BA-BBDD-40FD-9F7E-A1D583E1218E}">
      <dsp:nvSpPr>
        <dsp:cNvPr id="0" name=""/>
        <dsp:cNvSpPr/>
      </dsp:nvSpPr>
      <dsp:spPr>
        <a:xfrm>
          <a:off x="0" y="521697"/>
          <a:ext cx="2783205" cy="49604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kern="1200" dirty="0"/>
            <a:t>Хайдерабад</a:t>
          </a:r>
          <a:endParaRPr lang="en-US" sz="2500" kern="1200" dirty="0"/>
        </a:p>
      </dsp:txBody>
      <dsp:txXfrm>
        <a:off x="24215" y="545912"/>
        <a:ext cx="2734775" cy="447613"/>
      </dsp:txXfrm>
    </dsp:sp>
    <dsp:sp modelId="{653EC883-88FB-47C0-98A8-DFAC8BEC8A79}">
      <dsp:nvSpPr>
        <dsp:cNvPr id="0" name=""/>
        <dsp:cNvSpPr/>
      </dsp:nvSpPr>
      <dsp:spPr>
        <a:xfrm rot="5400000">
          <a:off x="5058747" y="-1183395"/>
          <a:ext cx="396834" cy="4947920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uk-UA" sz="1900" kern="1200" dirty="0"/>
            <a:t>TIDEL </a:t>
          </a:r>
          <a:r>
            <a:rPr lang="uk-UA" sz="1900" kern="1200" dirty="0" err="1"/>
            <a:t>Park</a:t>
          </a:r>
          <a:r>
            <a:rPr lang="uk-UA" sz="1900" kern="1200" dirty="0"/>
            <a:t> був найбільшим IT-парком Азії</a:t>
          </a:r>
          <a:endParaRPr lang="en-US" sz="1900" kern="1200" dirty="0"/>
        </a:p>
      </dsp:txBody>
      <dsp:txXfrm rot="-5400000">
        <a:off x="2783204" y="1111520"/>
        <a:ext cx="4928548" cy="358090"/>
      </dsp:txXfrm>
    </dsp:sp>
    <dsp:sp modelId="{5513E6F2-96BD-4257-AC42-B582A5048878}">
      <dsp:nvSpPr>
        <dsp:cNvPr id="0" name=""/>
        <dsp:cNvSpPr/>
      </dsp:nvSpPr>
      <dsp:spPr>
        <a:xfrm>
          <a:off x="0" y="1042543"/>
          <a:ext cx="2783205" cy="49604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kern="1200" dirty="0"/>
            <a:t>Ченнай</a:t>
          </a:r>
          <a:endParaRPr lang="en-US" sz="2500" kern="1200" dirty="0"/>
        </a:p>
      </dsp:txBody>
      <dsp:txXfrm>
        <a:off x="24215" y="1066758"/>
        <a:ext cx="2734775" cy="447613"/>
      </dsp:txXfrm>
    </dsp:sp>
    <dsp:sp modelId="{50E388F4-6CF9-4B9B-8609-25DC28B8BA00}">
      <dsp:nvSpPr>
        <dsp:cNvPr id="0" name=""/>
        <dsp:cNvSpPr/>
      </dsp:nvSpPr>
      <dsp:spPr>
        <a:xfrm rot="5400000">
          <a:off x="5058747" y="-662549"/>
          <a:ext cx="396834" cy="4947920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uk-UA" sz="1900" kern="1200" dirty="0"/>
            <a:t>Великий центр аутсорсингу та консалтингу</a:t>
          </a:r>
          <a:endParaRPr lang="en-US" sz="1900" kern="1200" dirty="0"/>
        </a:p>
      </dsp:txBody>
      <dsp:txXfrm rot="-5400000">
        <a:off x="2783204" y="1632366"/>
        <a:ext cx="4928548" cy="358090"/>
      </dsp:txXfrm>
    </dsp:sp>
    <dsp:sp modelId="{F9FB4171-EDB1-4109-82AE-CB486755D438}">
      <dsp:nvSpPr>
        <dsp:cNvPr id="0" name=""/>
        <dsp:cNvSpPr/>
      </dsp:nvSpPr>
      <dsp:spPr>
        <a:xfrm>
          <a:off x="0" y="1563388"/>
          <a:ext cx="2783205" cy="49604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kern="1200" dirty="0"/>
            <a:t>Пуна</a:t>
          </a:r>
          <a:endParaRPr lang="en-US" sz="2500" kern="1200" dirty="0"/>
        </a:p>
      </dsp:txBody>
      <dsp:txXfrm>
        <a:off x="24215" y="1587603"/>
        <a:ext cx="2734775" cy="447613"/>
      </dsp:txXfrm>
    </dsp:sp>
    <dsp:sp modelId="{54BFB68D-07CD-4840-BA29-5530074CEC67}">
      <dsp:nvSpPr>
        <dsp:cNvPr id="0" name=""/>
        <dsp:cNvSpPr/>
      </dsp:nvSpPr>
      <dsp:spPr>
        <a:xfrm rot="5400000">
          <a:off x="5058747" y="-141704"/>
          <a:ext cx="396834" cy="4947920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uk-UA" sz="1900" kern="1200" dirty="0"/>
            <a:t>Найбільший IT-хаб Східної Індії</a:t>
          </a:r>
          <a:endParaRPr lang="en-US" sz="1900" kern="1200" dirty="0"/>
        </a:p>
      </dsp:txBody>
      <dsp:txXfrm rot="-5400000">
        <a:off x="2783204" y="2153211"/>
        <a:ext cx="4928548" cy="358090"/>
      </dsp:txXfrm>
    </dsp:sp>
    <dsp:sp modelId="{AD59462D-DF56-4172-96A3-84351B35065B}">
      <dsp:nvSpPr>
        <dsp:cNvPr id="0" name=""/>
        <dsp:cNvSpPr/>
      </dsp:nvSpPr>
      <dsp:spPr>
        <a:xfrm>
          <a:off x="0" y="2084234"/>
          <a:ext cx="2783205" cy="49604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kern="1200" dirty="0"/>
            <a:t>Колката</a:t>
          </a:r>
          <a:endParaRPr lang="en-US" sz="2500" kern="1200" dirty="0"/>
        </a:p>
      </dsp:txBody>
      <dsp:txXfrm>
        <a:off x="24215" y="2108449"/>
        <a:ext cx="2734775" cy="447613"/>
      </dsp:txXfrm>
    </dsp:sp>
    <dsp:sp modelId="{FF350999-98B4-4659-8E6A-135A520419FD}">
      <dsp:nvSpPr>
        <dsp:cNvPr id="0" name=""/>
        <dsp:cNvSpPr/>
      </dsp:nvSpPr>
      <dsp:spPr>
        <a:xfrm rot="5400000">
          <a:off x="5058747" y="379141"/>
          <a:ext cx="396834" cy="4947920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uk-UA" sz="1900" kern="1200" dirty="0"/>
            <a:t>Корпоративний IT та консалтинг</a:t>
          </a:r>
          <a:endParaRPr lang="en-US" sz="1900" kern="1200" dirty="0"/>
        </a:p>
      </dsp:txBody>
      <dsp:txXfrm rot="-5400000">
        <a:off x="2783204" y="2674056"/>
        <a:ext cx="4928548" cy="358090"/>
      </dsp:txXfrm>
    </dsp:sp>
    <dsp:sp modelId="{DF13115D-7157-4651-BB66-8B9D6112BB0D}">
      <dsp:nvSpPr>
        <dsp:cNvPr id="0" name=""/>
        <dsp:cNvSpPr/>
      </dsp:nvSpPr>
      <dsp:spPr>
        <a:xfrm>
          <a:off x="0" y="2605079"/>
          <a:ext cx="2783205" cy="49604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kern="1200" dirty="0"/>
            <a:t>Делі / </a:t>
          </a:r>
          <a:r>
            <a:rPr lang="uk-UA" sz="2500" kern="1200" dirty="0" err="1"/>
            <a:t>Гургаон</a:t>
          </a:r>
          <a:endParaRPr lang="en-US" sz="2500" kern="1200" dirty="0"/>
        </a:p>
      </dsp:txBody>
      <dsp:txXfrm>
        <a:off x="24215" y="2629294"/>
        <a:ext cx="2734775" cy="4476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34473-4F7D-4B02-ADEA-E7069C2C7E2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1B5A2-9EA9-4ED4-BC8D-AC544AC2B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2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52DE-401B-4AAC-9D77-96E8665425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739-3BC6-463D-A2B8-4720D392F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77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52DE-401B-4AAC-9D77-96E8665425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739-3BC6-463D-A2B8-4720D392F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652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52DE-401B-4AAC-9D77-96E8665425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739-3BC6-463D-A2B8-4720D392F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1010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52DE-401B-4AAC-9D77-96E8665425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739-3BC6-463D-A2B8-4720D392F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905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52DE-401B-4AAC-9D77-96E8665425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739-3BC6-463D-A2B8-4720D392FEF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73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52DE-401B-4AAC-9D77-96E8665425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739-3BC6-463D-A2B8-4720D392F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57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52DE-401B-4AAC-9D77-96E8665425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739-3BC6-463D-A2B8-4720D392F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69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52DE-401B-4AAC-9D77-96E8665425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739-3BC6-463D-A2B8-4720D392F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02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00C52DE-401B-4AAC-9D77-96E8665425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739-3BC6-463D-A2B8-4720D392F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465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52DE-401B-4AAC-9D77-96E8665425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739-3BC6-463D-A2B8-4720D392F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180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52DE-401B-4AAC-9D77-96E8665425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739-3BC6-463D-A2B8-4720D392F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74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00C52DE-401B-4AAC-9D77-96E8665425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E2C9739-3BC6-463D-A2B8-4720D392F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22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Information_technology_in_India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A28F7-972F-477E-9CF4-43F7856097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Ринок програмного забезпечення в Індії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A904A-4113-C459-E020-E2DA0DFBC6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Аналіз стану, тенденцій та перспектив розвитку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E1D037-EC5A-E51B-8576-92737BA17C5D}"/>
              </a:ext>
            </a:extLst>
          </p:cNvPr>
          <p:cNvSpPr txBox="1"/>
          <p:nvPr/>
        </p:nvSpPr>
        <p:spPr>
          <a:xfrm>
            <a:off x="1600199" y="5912318"/>
            <a:ext cx="6206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Виконав: Вербицький Артем, ІПС-41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339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F8FF0-0141-CDF6-D2DE-3168CB6AB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Загальна характеристика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783AD-37DE-2D3C-9C21-8BE0F2234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uk-UA" sz="3200" dirty="0"/>
              <a:t>Галузь IT-BPM забезпечує 7,4% ВВП країни (FY2022) </a:t>
            </a:r>
          </a:p>
          <a:p>
            <a:r>
              <a:rPr lang="uk-UA" sz="3200" dirty="0"/>
              <a:t>Дохід галузі IT-BPM – $282,6 млрд (FY2025)</a:t>
            </a:r>
          </a:p>
          <a:p>
            <a:r>
              <a:rPr lang="uk-UA" sz="3200" dirty="0"/>
              <a:t>Частка в загальному експорті країни – близько 25%</a:t>
            </a:r>
            <a:endParaRPr lang="en-US" sz="3200" dirty="0"/>
          </a:p>
          <a:p>
            <a:r>
              <a:rPr lang="uk-UA" sz="3200" dirty="0"/>
              <a:t>Кількість IT-фахівців – 5,4 млн осіб (березень 2023)</a:t>
            </a:r>
            <a:endParaRPr lang="en-US" sz="3200" dirty="0"/>
          </a:p>
          <a:p>
            <a:r>
              <a:rPr lang="uk-UA" sz="3200" dirty="0"/>
              <a:t>Внутрішній ринок – $51 млрд, експорт — $194 млрд (FY2023)</a:t>
            </a: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uk-UA" sz="3800" b="1" dirty="0"/>
              <a:t>Для порівняння: у 1998 році частка IT у ВВП становила лише 1,2% </a:t>
            </a:r>
            <a:r>
              <a:rPr lang="uk-UA" sz="3800" dirty="0"/>
              <a:t>–</a:t>
            </a:r>
            <a:r>
              <a:rPr lang="uk-UA" sz="3800" b="1" dirty="0"/>
              <a:t> зростання більш ніж у 6 разів за 25 років.</a:t>
            </a:r>
            <a:endParaRPr lang="en-US" sz="38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402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0549-08FB-E4F0-E3BF-8B941CBDC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Коротка історія галузі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3D82F8F-D5AB-E900-CC84-C989396B7E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7099729"/>
              </p:ext>
            </p:extLst>
          </p:nvPr>
        </p:nvGraphicFramePr>
        <p:xfrm>
          <a:off x="2230438" y="2638425"/>
          <a:ext cx="7731125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1809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5A3E-6FCD-D4B5-B1DE-B930B97ED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Структура ринку ПЗ</a:t>
            </a:r>
            <a:endParaRPr lang="en-US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16A52323-D72A-E555-4829-8E922A33B9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136" y="4345857"/>
            <a:ext cx="7729728" cy="2418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37C53E-D36F-46B5-ED8C-28B2B6D37CEB}"/>
              </a:ext>
            </a:extLst>
          </p:cNvPr>
          <p:cNvSpPr txBox="1"/>
          <p:nvPr/>
        </p:nvSpPr>
        <p:spPr>
          <a:xfrm>
            <a:off x="2231136" y="2477729"/>
            <a:ext cx="77297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/>
              <a:t>Індія тримає </a:t>
            </a:r>
            <a:r>
              <a:rPr lang="uk-UA" b="1" dirty="0"/>
              <a:t>близько 65% </a:t>
            </a:r>
            <a:r>
              <a:rPr lang="uk-UA" dirty="0"/>
              <a:t>глобального офшорного IT-ринку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/>
              <a:t>Індія </a:t>
            </a:r>
            <a:r>
              <a:rPr lang="uk-UA" b="1" dirty="0"/>
              <a:t>займає 40% </a:t>
            </a:r>
            <a:r>
              <a:rPr lang="uk-UA" dirty="0"/>
              <a:t>глобального ринку BPO (</a:t>
            </a:r>
            <a:r>
              <a:rPr lang="uk-UA" dirty="0" err="1"/>
              <a:t>Business</a:t>
            </a:r>
            <a:r>
              <a:rPr lang="uk-UA" dirty="0"/>
              <a:t> </a:t>
            </a:r>
            <a:r>
              <a:rPr lang="uk-UA" dirty="0" err="1"/>
              <a:t>Process</a:t>
            </a:r>
            <a:r>
              <a:rPr lang="uk-UA" dirty="0"/>
              <a:t> </a:t>
            </a:r>
            <a:r>
              <a:rPr lang="uk-UA" dirty="0" err="1"/>
              <a:t>Outsourcing</a:t>
            </a:r>
            <a:r>
              <a:rPr lang="uk-UA" dirty="0"/>
              <a:t>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 err="1"/>
              <a:t>Zoho</a:t>
            </a:r>
            <a:r>
              <a:rPr lang="uk-UA" dirty="0"/>
              <a:t>, </a:t>
            </a:r>
            <a:r>
              <a:rPr lang="uk-UA" dirty="0" err="1"/>
              <a:t>Freshworks</a:t>
            </a:r>
            <a:r>
              <a:rPr lang="uk-UA" dirty="0"/>
              <a:t>, </a:t>
            </a:r>
            <a:r>
              <a:rPr lang="uk-UA" dirty="0" err="1"/>
              <a:t>Druva</a:t>
            </a:r>
            <a:r>
              <a:rPr lang="uk-UA" dirty="0"/>
              <a:t>, </a:t>
            </a:r>
            <a:r>
              <a:rPr lang="uk-UA" dirty="0" err="1"/>
              <a:t>Postman</a:t>
            </a:r>
            <a:r>
              <a:rPr lang="uk-UA" dirty="0"/>
              <a:t>, </a:t>
            </a:r>
            <a:r>
              <a:rPr lang="uk-UA" dirty="0" err="1"/>
              <a:t>BrowserStack</a:t>
            </a:r>
            <a:r>
              <a:rPr lang="uk-UA" dirty="0"/>
              <a:t> – успішні приклади </a:t>
            </a:r>
            <a:r>
              <a:rPr lang="uk-UA" b="1" dirty="0"/>
              <a:t>індійських продуктових компаній </a:t>
            </a:r>
            <a:r>
              <a:rPr lang="uk-UA" dirty="0"/>
              <a:t>із глобальним охопленням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/>
              <a:t>Великі міжнародні корпорації (</a:t>
            </a:r>
            <a:r>
              <a:rPr lang="uk-UA" dirty="0" err="1"/>
              <a:t>Google</a:t>
            </a:r>
            <a:r>
              <a:rPr lang="uk-UA" dirty="0"/>
              <a:t>, Microsoft, </a:t>
            </a:r>
            <a:r>
              <a:rPr lang="uk-UA" dirty="0" err="1"/>
              <a:t>Amazon</a:t>
            </a:r>
            <a:r>
              <a:rPr lang="uk-UA" dirty="0"/>
              <a:t>, </a:t>
            </a:r>
            <a:r>
              <a:rPr lang="uk-UA" dirty="0" err="1"/>
              <a:t>Barclays</a:t>
            </a:r>
            <a:r>
              <a:rPr lang="uk-UA" dirty="0"/>
              <a:t>, UBS) розміщують в Індії </a:t>
            </a:r>
            <a:r>
              <a:rPr lang="uk-UA" b="1" dirty="0"/>
              <a:t>центри розробки та R&amp;D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38977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8CD09-E423-A978-97AE-2DEE39F11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Ключові гравці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25533-0C7F-98F9-6349-0E919BBA4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sz="2400" b="1" dirty="0"/>
              <a:t>Топ-5 за доходами (за даними </a:t>
            </a:r>
            <a:r>
              <a:rPr lang="uk-UA" sz="2400" b="1" dirty="0" err="1"/>
              <a:t>Gartner</a:t>
            </a:r>
            <a:r>
              <a:rPr lang="uk-UA" sz="2400" b="1" dirty="0"/>
              <a:t>): </a:t>
            </a:r>
            <a:r>
              <a:rPr lang="uk-UA" sz="2400" dirty="0"/>
              <a:t>TCS, </a:t>
            </a:r>
            <a:r>
              <a:rPr lang="uk-UA" sz="2400" dirty="0" err="1"/>
              <a:t>Infosys</a:t>
            </a:r>
            <a:r>
              <a:rPr lang="uk-UA" sz="2400" dirty="0"/>
              <a:t>, </a:t>
            </a:r>
            <a:r>
              <a:rPr lang="uk-UA" sz="2400" dirty="0" err="1"/>
              <a:t>Wipro</a:t>
            </a:r>
            <a:r>
              <a:rPr lang="uk-UA" sz="2400" dirty="0"/>
              <a:t>, </a:t>
            </a:r>
            <a:r>
              <a:rPr lang="uk-UA" sz="2400" dirty="0" err="1"/>
              <a:t>Tech</a:t>
            </a:r>
            <a:r>
              <a:rPr lang="uk-UA" sz="2400" dirty="0"/>
              <a:t> </a:t>
            </a:r>
            <a:r>
              <a:rPr lang="uk-UA" sz="2400" dirty="0" err="1"/>
              <a:t>Mahindra</a:t>
            </a:r>
            <a:r>
              <a:rPr lang="uk-UA" sz="2400" dirty="0"/>
              <a:t>, HCL Technologies</a:t>
            </a:r>
            <a:endParaRPr lang="en-US" sz="2400" dirty="0"/>
          </a:p>
          <a:p>
            <a:r>
              <a:rPr lang="uk-UA" sz="2400" b="1" dirty="0"/>
              <a:t>TCS</a:t>
            </a:r>
            <a:r>
              <a:rPr lang="uk-UA" sz="2400" dirty="0"/>
              <a:t> у вересні 2021 року першою серед індійських IT-компаній досягла позначки $200 млрд</a:t>
            </a:r>
            <a:endParaRPr lang="en-US" sz="2400" dirty="0"/>
          </a:p>
          <a:p>
            <a:r>
              <a:rPr lang="uk-UA" sz="2400" b="1" dirty="0" err="1"/>
              <a:t>Infosys</a:t>
            </a:r>
            <a:r>
              <a:rPr lang="uk-UA" sz="2400" dirty="0"/>
              <a:t> у серпні 2021 стала четвертою індійською компанією, що подолала рубіж $100 млрд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652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8C17A-FF90-EC8E-D2AC-B836E3114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Ключові гравці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37664-3E39-69F8-855F-7BC914094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sz="2400" b="1" dirty="0"/>
              <a:t>Продуктові стартапи та єдинороги: </a:t>
            </a:r>
            <a:r>
              <a:rPr lang="uk-UA" sz="2400" dirty="0" err="1"/>
              <a:t>Zoho</a:t>
            </a:r>
            <a:r>
              <a:rPr lang="uk-UA" sz="2400" dirty="0"/>
              <a:t>, </a:t>
            </a:r>
            <a:r>
              <a:rPr lang="uk-UA" sz="2400" dirty="0" err="1"/>
              <a:t>Freshworks</a:t>
            </a:r>
            <a:r>
              <a:rPr lang="uk-UA" sz="2400" dirty="0"/>
              <a:t>, </a:t>
            </a:r>
            <a:r>
              <a:rPr lang="uk-UA" sz="2400" dirty="0" err="1"/>
              <a:t>Druva</a:t>
            </a:r>
            <a:r>
              <a:rPr lang="uk-UA" sz="2400" dirty="0"/>
              <a:t>, </a:t>
            </a:r>
            <a:r>
              <a:rPr lang="uk-UA" sz="2400" dirty="0" err="1"/>
              <a:t>Postman</a:t>
            </a:r>
            <a:r>
              <a:rPr lang="uk-UA" sz="2400" dirty="0"/>
              <a:t>, </a:t>
            </a:r>
            <a:r>
              <a:rPr lang="uk-UA" sz="2400" dirty="0" err="1"/>
              <a:t>BrowserStack</a:t>
            </a:r>
            <a:r>
              <a:rPr lang="uk-UA" sz="2400" dirty="0"/>
              <a:t>, </a:t>
            </a:r>
            <a:r>
              <a:rPr lang="uk-UA" sz="2400" dirty="0" err="1"/>
              <a:t>FirstCry</a:t>
            </a:r>
            <a:r>
              <a:rPr lang="uk-UA" sz="2400" dirty="0"/>
              <a:t>, </a:t>
            </a:r>
            <a:r>
              <a:rPr lang="uk-UA" sz="2400" dirty="0" err="1"/>
              <a:t>PubMatic</a:t>
            </a:r>
            <a:endParaRPr lang="en-US" sz="2400" dirty="0"/>
          </a:p>
          <a:p>
            <a:r>
              <a:rPr lang="uk-UA" sz="2400" b="1" dirty="0"/>
              <a:t>Глобальні корпорації в Індії: </a:t>
            </a:r>
            <a:r>
              <a:rPr lang="uk-UA" sz="2400" dirty="0" err="1"/>
              <a:t>Google</a:t>
            </a:r>
            <a:r>
              <a:rPr lang="uk-UA" sz="2400" dirty="0"/>
              <a:t>, Microsoft, </a:t>
            </a:r>
            <a:r>
              <a:rPr lang="uk-UA" sz="2400" dirty="0" err="1"/>
              <a:t>Amazon</a:t>
            </a:r>
            <a:r>
              <a:rPr lang="uk-UA" sz="2400" dirty="0"/>
              <a:t> (AWS), IBM, </a:t>
            </a:r>
            <a:r>
              <a:rPr lang="uk-UA" sz="2400" dirty="0" err="1"/>
              <a:t>Accenture</a:t>
            </a:r>
            <a:r>
              <a:rPr lang="uk-UA" sz="2400" dirty="0"/>
              <a:t>, </a:t>
            </a:r>
            <a:r>
              <a:rPr lang="uk-UA" sz="2400" dirty="0" err="1"/>
              <a:t>Capgemini</a:t>
            </a:r>
            <a:r>
              <a:rPr lang="uk-UA" sz="2400" dirty="0"/>
              <a:t>, </a:t>
            </a:r>
            <a:r>
              <a:rPr lang="uk-UA" sz="2400" dirty="0" err="1"/>
              <a:t>Cognizant</a:t>
            </a:r>
            <a:endParaRPr lang="en-US" sz="2400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E880978-3EB7-01D5-42BE-2B71B667BBBC}"/>
              </a:ext>
            </a:extLst>
          </p:cNvPr>
          <p:cNvGrpSpPr/>
          <p:nvPr/>
        </p:nvGrpSpPr>
        <p:grpSpPr>
          <a:xfrm>
            <a:off x="2576512" y="4590442"/>
            <a:ext cx="7038975" cy="1905879"/>
            <a:chOff x="2231136" y="4786648"/>
            <a:chExt cx="7038975" cy="1905879"/>
          </a:xfrm>
        </p:grpSpPr>
        <p:pic>
          <p:nvPicPr>
            <p:cNvPr id="2050" name="Picture 2" descr="Postman | LinkedIn">
              <a:extLst>
                <a:ext uri="{FF2B5EF4-FFF2-40B4-BE49-F238E27FC236}">
                  <a16:creationId xmlns:a16="http://schemas.microsoft.com/office/drawing/2014/main" id="{223B2BFC-2F12-9D8B-5745-5500599995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1136" y="4787527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Zoho Office Suite — Википедия">
              <a:extLst>
                <a:ext uri="{FF2B5EF4-FFF2-40B4-BE49-F238E27FC236}">
                  <a16:creationId xmlns:a16="http://schemas.microsoft.com/office/drawing/2014/main" id="{6194CFEE-A579-CF45-3E3C-75442AA594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6136" y="5273302"/>
              <a:ext cx="3228975" cy="14192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Freshworks and RBLAssociates case study - RBLAssociates">
              <a:extLst>
                <a:ext uri="{FF2B5EF4-FFF2-40B4-BE49-F238E27FC236}">
                  <a16:creationId xmlns:a16="http://schemas.microsoft.com/office/drawing/2014/main" id="{7EE9D36B-4534-6A54-FFD8-78321531CA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6137" y="4786648"/>
              <a:ext cx="1792716" cy="4866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8" name="Picture 10" descr="Druva - Wikipedia">
              <a:extLst>
                <a:ext uri="{FF2B5EF4-FFF2-40B4-BE49-F238E27FC236}">
                  <a16:creationId xmlns:a16="http://schemas.microsoft.com/office/drawing/2014/main" id="{7ABE2BC0-4B85-0EAD-1737-62D2EF6DD9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8854" y="4786648"/>
              <a:ext cx="1436258" cy="5132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0" name="Picture 12" descr="Browserstack - Bug Bounty Program | BugBase">
              <a:extLst>
                <a:ext uri="{FF2B5EF4-FFF2-40B4-BE49-F238E27FC236}">
                  <a16:creationId xmlns:a16="http://schemas.microsoft.com/office/drawing/2014/main" id="{8B08425D-1E49-6CBD-6F9E-BA8C655504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5111" y="4787527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53541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03BB8-5983-3391-1F4E-A478128BB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Географія: ключові IT-хаби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57DADF-2423-0A87-2F93-84DD65E92F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7383400"/>
              </p:ext>
            </p:extLst>
          </p:nvPr>
        </p:nvGraphicFramePr>
        <p:xfrm>
          <a:off x="2230438" y="2638425"/>
          <a:ext cx="7731125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708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1867F-576C-AF73-EFB7-2DACA9F81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Вплив ШІ та автоматизації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BDEEC-CB23-8C6E-6786-D3AD27157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uk-UA" sz="2000" dirty="0"/>
              <a:t>До 2030 року </a:t>
            </a:r>
            <a:r>
              <a:rPr lang="uk-UA" sz="2000" b="1" dirty="0"/>
              <a:t>до 69%</a:t>
            </a:r>
            <a:r>
              <a:rPr lang="uk-UA" sz="2000" dirty="0"/>
              <a:t> формальних робочих місць в Індії </a:t>
            </a:r>
            <a:r>
              <a:rPr lang="uk-UA" sz="2000" b="1" dirty="0"/>
              <a:t>можуть бути автоматизовані</a:t>
            </a:r>
          </a:p>
          <a:p>
            <a:r>
              <a:rPr lang="uk-UA" sz="2000" dirty="0"/>
              <a:t>ШІ потенційно автоматизує еквівалент </a:t>
            </a:r>
            <a:r>
              <a:rPr lang="uk-UA" sz="2000" b="1" dirty="0"/>
              <a:t>300 млн повних ставок </a:t>
            </a:r>
            <a:r>
              <a:rPr lang="uk-UA" sz="2000" dirty="0"/>
              <a:t>у глобальному масштабі</a:t>
            </a:r>
          </a:p>
          <a:p>
            <a:r>
              <a:rPr lang="uk-UA" sz="2000" b="1" dirty="0"/>
              <a:t>640 000 </a:t>
            </a:r>
            <a:r>
              <a:rPr lang="uk-UA" sz="2000" b="1" dirty="0" err="1"/>
              <a:t>низькокваліфікованих</a:t>
            </a:r>
            <a:r>
              <a:rPr lang="uk-UA" sz="2000" b="1" dirty="0"/>
              <a:t> IT-позицій </a:t>
            </a:r>
            <a:r>
              <a:rPr lang="uk-UA" sz="2000" dirty="0"/>
              <a:t>перебувають під загрозою, натомість буде створено лише </a:t>
            </a:r>
            <a:r>
              <a:rPr lang="uk-UA" sz="2000" b="1" dirty="0"/>
              <a:t>160 000 нових позицій вищої кваліфікації</a:t>
            </a:r>
          </a:p>
          <a:p>
            <a:r>
              <a:rPr lang="uk-UA" sz="2000" dirty="0"/>
              <a:t>ШІ може призвести до скорочення потреби в IT-персоналі </a:t>
            </a:r>
            <a:r>
              <a:rPr lang="uk-UA" sz="2000" b="1" dirty="0"/>
              <a:t>на 70% </a:t>
            </a:r>
            <a:r>
              <a:rPr lang="uk-UA" sz="2000" dirty="0"/>
              <a:t>у найближчі роки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51772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9ACE3-38D3-1444-7697-51D243A0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Кадрові виклики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6218A-359D-1CBC-2C11-FBD77B249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000" dirty="0"/>
              <a:t>У 2021 році кількість звільнень перевищила </a:t>
            </a:r>
            <a:r>
              <a:rPr lang="uk-UA" sz="2000" b="1" dirty="0"/>
              <a:t>1 млн на рік</a:t>
            </a:r>
            <a:endParaRPr lang="en-US" sz="2000" b="1" dirty="0"/>
          </a:p>
          <a:p>
            <a:r>
              <a:rPr lang="uk-UA" sz="2000" b="1" dirty="0"/>
              <a:t>Відтік </a:t>
            </a:r>
            <a:r>
              <a:rPr lang="uk-UA" sz="2000" b="1" dirty="0" err="1"/>
              <a:t>мізків</a:t>
            </a:r>
            <a:r>
              <a:rPr lang="uk-UA" sz="2000" b="1" dirty="0"/>
              <a:t> за кордон </a:t>
            </a:r>
            <a:r>
              <a:rPr lang="uk-UA" sz="2000" dirty="0"/>
              <a:t>– значна частина кваліфікованих індійських IT-фахівців емігрує до США, Канади та Великої Британії</a:t>
            </a:r>
          </a:p>
          <a:p>
            <a:r>
              <a:rPr lang="uk-UA" sz="2000" b="1" dirty="0"/>
              <a:t>Якість освіти </a:t>
            </a:r>
            <a:r>
              <a:rPr lang="uk-UA" sz="2000" dirty="0"/>
              <a:t>– технічна освіта не завжди встигає за темпами розвитку галузі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30443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AF2B0-F884-2E8D-1DA3-CD79B861C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Переваги та виклики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D784C-09CA-6707-FC66-42C68C397D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sz="2000" b="1" dirty="0"/>
              <a:t>Переваги</a:t>
            </a:r>
            <a:endParaRPr lang="uk-UA" b="1" dirty="0"/>
          </a:p>
          <a:p>
            <a:r>
              <a:rPr lang="uk-UA" dirty="0"/>
              <a:t>Найбільша у світі база </a:t>
            </a:r>
            <a:r>
              <a:rPr lang="en-US" dirty="0"/>
              <a:t>IT-</a:t>
            </a:r>
            <a:r>
              <a:rPr lang="uk-UA" dirty="0"/>
              <a:t>кадрів</a:t>
            </a:r>
          </a:p>
          <a:p>
            <a:r>
              <a:rPr lang="uk-UA" dirty="0"/>
              <a:t>Конкурентна вартість розробки</a:t>
            </a:r>
          </a:p>
          <a:p>
            <a:r>
              <a:rPr lang="uk-UA" dirty="0"/>
              <a:t>Англомовна технічна спільнота</a:t>
            </a:r>
          </a:p>
          <a:p>
            <a:r>
              <a:rPr lang="uk-UA" dirty="0"/>
              <a:t>Державна підтримка (</a:t>
            </a:r>
            <a:r>
              <a:rPr lang="en-US" dirty="0"/>
              <a:t>Digital India, STPI)</a:t>
            </a:r>
            <a:endParaRPr lang="uk-UA" dirty="0"/>
          </a:p>
          <a:p>
            <a:r>
              <a:rPr lang="uk-UA" dirty="0"/>
              <a:t>Зростаючий внутрішній ринок</a:t>
            </a:r>
          </a:p>
          <a:p>
            <a:r>
              <a:rPr lang="uk-UA" dirty="0"/>
              <a:t>Потужна стартап-екосистема (100 000+)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E9472-A598-9FE0-DFFA-D5634E60EE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sz="2000" b="1" dirty="0"/>
              <a:t>Виклики</a:t>
            </a:r>
          </a:p>
          <a:p>
            <a:r>
              <a:rPr lang="uk-UA" dirty="0"/>
              <a:t>Висока плинність персоналу</a:t>
            </a:r>
          </a:p>
          <a:p>
            <a:r>
              <a:rPr lang="uk-UA" dirty="0"/>
              <a:t>Загроза автоматизації через ШІ</a:t>
            </a:r>
          </a:p>
          <a:p>
            <a:r>
              <a:rPr lang="uk-UA" dirty="0"/>
              <a:t>Залежність від </a:t>
            </a:r>
            <a:r>
              <a:rPr lang="uk-UA" dirty="0" err="1"/>
              <a:t>аутсорсингової</a:t>
            </a:r>
            <a:r>
              <a:rPr lang="uk-UA" dirty="0"/>
              <a:t> моделі</a:t>
            </a:r>
          </a:p>
          <a:p>
            <a:r>
              <a:rPr lang="uk-UA" dirty="0"/>
              <a:t>Відтік талантів за кордон</a:t>
            </a:r>
          </a:p>
          <a:p>
            <a:r>
              <a:rPr lang="ru-RU" dirty="0" err="1"/>
              <a:t>Якість</a:t>
            </a:r>
            <a:r>
              <a:rPr lang="ru-RU" dirty="0"/>
              <a:t> </a:t>
            </a:r>
            <a:r>
              <a:rPr lang="ru-RU" dirty="0" err="1"/>
              <a:t>освіти</a:t>
            </a:r>
            <a:r>
              <a:rPr lang="ru-RU" dirty="0"/>
              <a:t> </a:t>
            </a:r>
            <a:r>
              <a:rPr lang="ru-RU" dirty="0" err="1"/>
              <a:t>відстає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потреб ринку</a:t>
            </a:r>
          </a:p>
          <a:p>
            <a:r>
              <a:rPr lang="uk-UA" dirty="0" err="1"/>
              <a:t>Кіберзагрози</a:t>
            </a:r>
            <a:r>
              <a:rPr lang="uk-UA" dirty="0"/>
              <a:t> та шахрайство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372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E1C23-C16E-8D9F-3128-FFF447EC0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Перспективи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BD1695-6AEA-34B6-8BD5-1E3883593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/>
              <a:t>За прогнозами NASSCOM, до </a:t>
            </a:r>
            <a:r>
              <a:rPr lang="ru-RU" sz="2000" b="1" dirty="0"/>
              <a:t>FY2026</a:t>
            </a:r>
            <a:r>
              <a:rPr lang="ru-RU" sz="2000" dirty="0"/>
              <a:t> </a:t>
            </a:r>
            <a:r>
              <a:rPr lang="ru-RU" sz="2000" dirty="0" err="1"/>
              <a:t>ринок</a:t>
            </a:r>
            <a:r>
              <a:rPr lang="ru-RU" sz="2000" dirty="0"/>
              <a:t> </a:t>
            </a:r>
            <a:r>
              <a:rPr lang="ru-RU" sz="2000" dirty="0" err="1"/>
              <a:t>досягне</a:t>
            </a:r>
            <a:r>
              <a:rPr lang="ru-RU" sz="2000" dirty="0"/>
              <a:t> </a:t>
            </a:r>
            <a:r>
              <a:rPr lang="ru-RU" sz="2000" b="1" dirty="0"/>
              <a:t>$300 млрд</a:t>
            </a:r>
            <a:r>
              <a:rPr lang="ru-RU" sz="2000" dirty="0"/>
              <a:t>. </a:t>
            </a:r>
            <a:r>
              <a:rPr lang="ru-RU" sz="2000" dirty="0" err="1"/>
              <a:t>Амбітна</a:t>
            </a:r>
            <a:r>
              <a:rPr lang="ru-RU" sz="2000" dirty="0"/>
              <a:t> </a:t>
            </a:r>
            <a:r>
              <a:rPr lang="ru-RU" sz="2000" dirty="0" err="1"/>
              <a:t>довгострокова</a:t>
            </a:r>
            <a:r>
              <a:rPr lang="ru-RU" sz="2000" dirty="0"/>
              <a:t> </a:t>
            </a:r>
            <a:r>
              <a:rPr lang="ru-RU" sz="2000" dirty="0" err="1"/>
              <a:t>ціль</a:t>
            </a:r>
            <a:r>
              <a:rPr lang="ru-RU" sz="2000" dirty="0"/>
              <a:t> — </a:t>
            </a:r>
            <a:r>
              <a:rPr lang="ru-RU" sz="2000" b="1" dirty="0"/>
              <a:t>$500 млрд</a:t>
            </a:r>
            <a:r>
              <a:rPr lang="ru-RU" sz="2000" dirty="0"/>
              <a:t> до 2030 року.</a:t>
            </a:r>
          </a:p>
          <a:p>
            <a:pPr marL="0" indent="0">
              <a:buNone/>
            </a:pPr>
            <a:r>
              <a:rPr lang="ru-RU" b="1" dirty="0" err="1"/>
              <a:t>Головні</a:t>
            </a:r>
            <a:r>
              <a:rPr lang="ru-RU" b="1" dirty="0"/>
              <a:t> </a:t>
            </a:r>
            <a:r>
              <a:rPr lang="ru-RU" b="1" dirty="0" err="1"/>
              <a:t>вектори</a:t>
            </a:r>
            <a:r>
              <a:rPr lang="ru-RU" b="1" dirty="0"/>
              <a:t> </a:t>
            </a:r>
            <a:r>
              <a:rPr lang="ru-RU" b="1" dirty="0" err="1"/>
              <a:t>розвитку</a:t>
            </a:r>
            <a:r>
              <a:rPr lang="ru-RU" b="1" dirty="0"/>
              <a:t>:</a:t>
            </a:r>
          </a:p>
          <a:p>
            <a:r>
              <a:rPr lang="uk-UA" dirty="0"/>
              <a:t>Перехід від </a:t>
            </a:r>
            <a:r>
              <a:rPr lang="uk-UA" dirty="0" err="1"/>
              <a:t>аутсорсингової</a:t>
            </a:r>
            <a:r>
              <a:rPr lang="uk-UA" dirty="0"/>
              <a:t> до продуктової (</a:t>
            </a:r>
            <a:r>
              <a:rPr lang="uk-UA" dirty="0" err="1"/>
              <a:t>SaaS</a:t>
            </a:r>
            <a:r>
              <a:rPr lang="uk-UA" dirty="0"/>
              <a:t>) моделі </a:t>
            </a:r>
          </a:p>
          <a:p>
            <a:r>
              <a:rPr lang="uk-UA" dirty="0"/>
              <a:t>Активний розвиток AI, ML та хмарних рішень</a:t>
            </a:r>
            <a:endParaRPr lang="en-US" dirty="0"/>
          </a:p>
          <a:p>
            <a:r>
              <a:rPr lang="uk-UA" dirty="0"/>
              <a:t>Розширення Глобальних центрів компетенцій (GCC) міжнародних корпорацій в Індії</a:t>
            </a:r>
            <a:endParaRPr lang="en-US" dirty="0"/>
          </a:p>
          <a:p>
            <a:r>
              <a:rPr lang="uk-UA" dirty="0"/>
              <a:t>Поглиблення </a:t>
            </a:r>
            <a:r>
              <a:rPr lang="uk-UA" dirty="0" err="1"/>
              <a:t>цифровізації</a:t>
            </a:r>
            <a:r>
              <a:rPr lang="uk-UA" dirty="0"/>
              <a:t> державного сектору, охорони здоров'я та освіти в рамках програми </a:t>
            </a:r>
            <a:r>
              <a:rPr lang="uk-UA" dirty="0" err="1"/>
              <a:t>Digital</a:t>
            </a:r>
            <a:r>
              <a:rPr lang="uk-UA" dirty="0"/>
              <a:t> </a:t>
            </a:r>
            <a:r>
              <a:rPr lang="uk-UA" dirty="0" err="1"/>
              <a:t>India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0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782B3-2CF1-C732-CEB6-AE825A0FE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Висновки</a:t>
            </a:r>
            <a:endParaRPr lang="en-US" dirty="0"/>
          </a:p>
        </p:txBody>
      </p:sp>
      <p:sp>
        <p:nvSpPr>
          <p:cNvPr id="7" name="AutoShape 8" descr="Індія — Вікіпедія">
            <a:extLst>
              <a:ext uri="{FF2B5EF4-FFF2-40B4-BE49-F238E27FC236}">
                <a16:creationId xmlns:a16="http://schemas.microsoft.com/office/drawing/2014/main" id="{D6AAC86C-D552-3819-1ED8-60189E0F2A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10" name="Picture 14" descr="Indian Train - Imgflip">
            <a:extLst>
              <a:ext uri="{FF2B5EF4-FFF2-40B4-BE49-F238E27FC236}">
                <a16:creationId xmlns:a16="http://schemas.microsoft.com/office/drawing/2014/main" id="{CC949D00-97C5-C568-CB0B-D3BA58CDAB7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803" y="2363122"/>
            <a:ext cx="5833193" cy="4158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896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7ABA6-43E4-9D0D-D260-B5E4F2481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Джерела інформації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0CF97B-CC08-314C-3FBF-4B74B5F640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2173099"/>
            <a:ext cx="8704627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Wikipedia — Information technology in India: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https://en.wikipedia.org/wiki/Information_technology_in_India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NASSCOM — nasscom.in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IBEF (India Brand Equity Foundation) — ibef.org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Gartner — gartner.com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Goldman Sachs Research — goldmansachs.com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Center for the Advanced Study of India, University of Pennsylvania — casi.sas.upenn.edu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Standard — business-standard.com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Economic Times — economictimes.indiatimes.com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MoneyControl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moneycontrol.com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LiveMint — livemint.com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Hindu — thehindu.com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India Today — indiatoday.in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Express — financialexpress.com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Times of India — timesofindia.indiatimes.com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Harvard Business Review — hbr.org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Press Information Bureau of India — pib.gov.in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Technology Parks of India — stpi.in </a:t>
            </a:r>
          </a:p>
        </p:txBody>
      </p:sp>
    </p:spTree>
    <p:extLst>
      <p:ext uri="{BB962C8B-B14F-4D97-AF65-F5344CB8AC3E}">
        <p14:creationId xmlns:p14="http://schemas.microsoft.com/office/powerpoint/2010/main" val="1595602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CC27E8-07C0-59DF-7B42-F68A6654EC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Дякую за увагу!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66035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137</TotalTime>
  <Words>740</Words>
  <Application>Microsoft Office PowerPoint</Application>
  <PresentationFormat>Widescreen</PresentationFormat>
  <Paragraphs>100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Gill Sans MT</vt:lpstr>
      <vt:lpstr>Parcel</vt:lpstr>
      <vt:lpstr>Ринок програмного забезпечення в Індії</vt:lpstr>
      <vt:lpstr>Загальна характеристика</vt:lpstr>
      <vt:lpstr>Коротка історія галузі</vt:lpstr>
      <vt:lpstr>Структура ринку ПЗ</vt:lpstr>
      <vt:lpstr>Ключові гравці</vt:lpstr>
      <vt:lpstr>Ключові гравці</vt:lpstr>
      <vt:lpstr>Географія: ключові IT-хаби</vt:lpstr>
      <vt:lpstr>Вплив ШІ та автоматизації</vt:lpstr>
      <vt:lpstr>Кадрові виклики</vt:lpstr>
      <vt:lpstr>Переваги та виклики</vt:lpstr>
      <vt:lpstr>Перспективи</vt:lpstr>
      <vt:lpstr>Висновки</vt:lpstr>
      <vt:lpstr>Джерела інформації</vt:lpstr>
      <vt:lpstr>Дякую за увагу!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Артем Вербицький</dc:creator>
  <cp:lastModifiedBy>Артем Вербицький</cp:lastModifiedBy>
  <cp:revision>3</cp:revision>
  <dcterms:created xsi:type="dcterms:W3CDTF">2026-02-23T13:05:54Z</dcterms:created>
  <dcterms:modified xsi:type="dcterms:W3CDTF">2026-02-24T13:26:40Z</dcterms:modified>
</cp:coreProperties>
</file>